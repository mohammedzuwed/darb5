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543" r:id="rId2"/>
    <p:sldId id="668" r:id="rId3"/>
    <p:sldId id="271" r:id="rId4"/>
    <p:sldId id="667" r:id="rId5"/>
    <p:sldId id="547" r:id="rId6"/>
    <p:sldId id="284" r:id="rId7"/>
    <p:sldId id="548" r:id="rId8"/>
    <p:sldId id="549" r:id="rId9"/>
    <p:sldId id="550" r:id="rId10"/>
    <p:sldId id="257" r:id="rId11"/>
    <p:sldId id="291" r:id="rId12"/>
    <p:sldId id="290" r:id="rId13"/>
    <p:sldId id="292" r:id="rId14"/>
    <p:sldId id="544" r:id="rId15"/>
    <p:sldId id="289" r:id="rId16"/>
    <p:sldId id="280" r:id="rId17"/>
    <p:sldId id="545" r:id="rId18"/>
    <p:sldId id="669" r:id="rId19"/>
    <p:sldId id="693" r:id="rId20"/>
    <p:sldId id="694" r:id="rId21"/>
    <p:sldId id="671" r:id="rId22"/>
    <p:sldId id="695" r:id="rId23"/>
    <p:sldId id="672" r:id="rId24"/>
    <p:sldId id="696" r:id="rId25"/>
    <p:sldId id="674" r:id="rId26"/>
    <p:sldId id="675" r:id="rId27"/>
    <p:sldId id="697" r:id="rId28"/>
    <p:sldId id="666" r:id="rId29"/>
    <p:sldId id="700" r:id="rId30"/>
    <p:sldId id="686" r:id="rId31"/>
    <p:sldId id="699" r:id="rId32"/>
    <p:sldId id="698" r:id="rId33"/>
  </p:sldIdLst>
  <p:sldSz cx="12192000" cy="6858000"/>
  <p:notesSz cx="6858000" cy="9144000"/>
  <p:defaultTextStyle>
    <a:defPPr algn="r" rtl="1">
      <a:defRPr lang="ar-MO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رحباً" id="{E75E278A-FF0E-49A4-B170-79828D63BBAD}">
          <p14:sldIdLst>
            <p14:sldId id="543"/>
          </p14:sldIdLst>
        </p14:section>
        <p14:section name="تصميم، تحويل تدريجي، إضافة تعليق توضيحي، العمل معاً، أخبرني المزيد" id="{B9B51309-D148-4332-87C2-07BE32FBCA3B}">
          <p14:sldIdLst>
            <p14:sldId id="668"/>
            <p14:sldId id="271"/>
            <p14:sldId id="667"/>
            <p14:sldId id="547"/>
            <p14:sldId id="284"/>
            <p14:sldId id="548"/>
            <p14:sldId id="549"/>
            <p14:sldId id="550"/>
            <p14:sldId id="257"/>
            <p14:sldId id="291"/>
            <p14:sldId id="290"/>
            <p14:sldId id="292"/>
            <p14:sldId id="544"/>
            <p14:sldId id="289"/>
            <p14:sldId id="280"/>
            <p14:sldId id="545"/>
            <p14:sldId id="669"/>
            <p14:sldId id="693"/>
            <p14:sldId id="694"/>
            <p14:sldId id="671"/>
            <p14:sldId id="695"/>
            <p14:sldId id="672"/>
            <p14:sldId id="696"/>
            <p14:sldId id="674"/>
            <p14:sldId id="675"/>
            <p14:sldId id="697"/>
            <p14:sldId id="666"/>
            <p14:sldId id="700"/>
            <p14:sldId id="686"/>
            <p14:sldId id="699"/>
            <p14:sldId id="698"/>
          </p14:sldIdLst>
        </p14:section>
        <p14:section name="تعرّف على المزيد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الكاتب" initials="ا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922"/>
    <a:srgbClr val="D24726"/>
    <a:srgbClr val="404040"/>
    <a:srgbClr val="FF9B45"/>
    <a:srgbClr val="DD462F"/>
    <a:srgbClr val="F8CFB6"/>
    <a:srgbClr val="F8CAB6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النمط الفاتح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241" autoAdjust="0"/>
  </p:normalViewPr>
  <p:slideViewPr>
    <p:cSldViewPr snapToGrid="0">
      <p:cViewPr varScale="1">
        <p:scale>
          <a:sx n="76" d="100"/>
          <a:sy n="76" d="100"/>
        </p:scale>
        <p:origin x="946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43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r" rtl="1"/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0ADC5AE1-4249-438A-946A-BF96A5953EBE}" type="datetime1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15/05/1447</a:t>
            </a:fld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2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r" rtl="1"/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9C679768-A2FC-4D08-91F6-8DCE6C566B36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‹#›</a:t>
            </a:fld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 flipH="1"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noProof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 flipH="1">
            <a:off x="1587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BCC355F5-59B3-4729-AE78-D3F11D4D1B1A}" type="datetime1">
              <a:rPr lang="ar-SA" noProof="0" smtClean="0"/>
              <a:t>15/05/1447</a:t>
            </a:fld>
            <a:endParaRPr lang="ar-SA" noProof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ar-SA" noProof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 flipH="1"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 flipH="1"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noProof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 flipH="1">
            <a:off x="1587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fld id="{DF61EA0F-A667-4B49-8422-0062BC55E249}" type="slidenum">
              <a:rPr lang="ar-SA" noProof="0" smtClean="0"/>
              <a:pPr algn="l"/>
              <a:t>‹#›</a:t>
            </a:fld>
            <a:endParaRPr lang="ar-SA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Tahoma" panose="020B0604030504040204" pitchFamily="34" charset="0"/>
        <a:cs typeface="Tahoma" panose="020B0604030504040204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0" name="Google Shape;26450;g11dddbce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ar-LY"/>
          </a:p>
        </p:txBody>
      </p:sp>
      <p:sp>
        <p:nvSpPr>
          <p:cNvPr id="26451" name="Google Shape;26451;g11dddbce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6485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BECD-C175-C124-B877-D2F26034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314EB07-208F-3E02-D78A-3991144E2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3861140E-FEAF-4ADE-622E-C74E81386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12D6EF3-AC84-7F10-7CE7-B9B402D18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532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864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040C9-F63A-2E06-8922-8636793E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E432003-E7A9-40DF-3560-B4BAB98D1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FB5935C-DDA3-39ED-5582-008EB1CC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6A4A4DE-FF19-A08D-FE1A-F2B3F690A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5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10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841D-28EF-E72B-ED0B-03BC291F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69019670-6E3B-29E4-4DA7-4B0E96DB4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646D062-06A9-C20A-648E-0C7421F64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80D0715-4157-C562-C784-3306151C7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6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95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FA44-619F-36A4-AA3B-9AA21352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31F8544-7D22-27C9-D351-ED70E75EE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D96CB66-7CA8-4B62-3F0B-E2EF5D264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E6C3124-5C8F-16DD-2674-24C035B9F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7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81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34D4-B470-F323-E54F-A0CFE712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4CAB0EF-618A-110C-AF23-C036D93A1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451E724-CD35-3A51-D13F-D94FBDBA8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1FBC4D6-94AB-1F2E-BCA8-26782204A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8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529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7F64-C4DA-9A43-FC27-566F0C05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6E8DA61-754D-7CAA-4D3F-22EBC6E33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47358B33-BA5B-5FF1-CF8D-A3473108C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3BDAB904-32BC-E81B-9D6C-86C0F63BD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9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735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10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42DB-70CC-0855-4D23-A29AB965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A7D922A-3C27-7A2A-3E65-E3BB71C23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A3D514B0-8892-DE75-89C1-EAB94DE4A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D8E0108-FD80-AE59-4F7B-CC9ECC34D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11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74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A8CF-0F7B-7299-6A1C-A5472859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D923EB2A-44DC-1004-ABFF-3EFDD4327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1C8A412-F3B7-7F1E-EAA1-6F8FCBD03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8B6497C-36F1-B45F-D272-19CAB4411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12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84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B9B8-49D2-EAA4-0E03-1ACF72BE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BB49958-EEE9-C688-610A-335254651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A030B9ED-1EF6-1A17-2E4D-3C8C8CB07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2AFF738-6B31-B073-EE66-D51848058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13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5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4EA04-E917-3AF4-43D2-A8F53AFA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FA7D171-BA0A-7A32-48FF-AC7A0ADAB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E541D44-DEA0-B34F-8CCF-A76E680D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74989F9-D804-3E9B-4958-905B83AD0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14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03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CA25-7CFA-56D7-BB27-9EBF461B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78D865C-2B25-7A6B-722C-F7019C13A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6EF3C256-C263-25E1-0315-E666C8560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4C20D1F-22D8-0005-D2B5-3B4DEEBD0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15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553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16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93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3D38-8EBA-2735-DBA9-73C992D9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ECA556C-B372-DD6A-09BB-C72258CAA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7D9CEB44-2A9D-F466-9479-1A4A7EB01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0ED75CA-F295-5F03-0EBD-B5785768A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17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38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18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864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60EF-9D61-D00F-E8CB-119C7F4B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0BD7187-D533-680F-1793-CF63927F5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439BEBDA-FD5C-341F-9158-B2232F1FE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B29282C-C6AB-04F8-857B-E0FAA98EF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19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387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0E6F-4B0D-0558-A632-9768A960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9B4B610-F132-69A9-3190-4A651276C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E63C57B-5012-C9A6-FC28-0812F9E1C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E6B87A0-7432-1A02-B571-983CC3081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20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34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6033-198C-EFB6-38BB-161F1ED0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9202C38E-AA38-8BB2-869B-C4C849A97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94409309-BA60-EBAD-F7AA-6807C517C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F684F767-E9C8-8841-98FB-5DE302118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21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339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291E-C151-DF33-0E6C-D60CDFB5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01F821C-F24F-6A98-B90B-5CC7717B4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C698AFE3-F37F-282B-3A4D-80C0B473C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EAA2946-0A53-99DF-87A0-E444AC5DB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22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770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E4BD-AE67-0558-B0B1-10549797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8366F72F-CF9F-BC2F-8EF4-E412DEEC8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471F6C59-47E1-67F3-C480-23C58A11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30849A9-3CD6-F6CF-F90C-E8EFB968B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23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41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F1DB-FC61-E196-14F0-469E8342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888E4D1-A724-451F-2A62-CDBDAD929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3B86D9D7-AA05-3AB8-6DC3-EDB4D3EF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31F1A8F-41BD-E626-6F1C-E7912F794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24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78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0530-7DC6-22B1-C005-FBD5B1F3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2677FBF-2EBA-285D-1E4B-E99F875AF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7DE8E49-4D2C-3926-1AC7-7DB6ED02F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869D2E5-F01A-AA83-9C07-39266D744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25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578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F816-ABEA-E65A-CB69-E4F04EC0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6D28D7A3-CC99-1C56-0475-81E3D0404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5DAEEE89-B099-298F-AB44-BB3A08F9A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734BC87-4E23-11DF-ADAA-7F8801EBB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26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94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2A9C-0E84-B82A-BE68-4A6CE294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FCF9AFE5-A0A0-3767-13F6-452AD05DD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F531D5E-D1BA-26DA-2150-6884D0CE9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E199DC3-5334-24E1-7B14-F3BFE101D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27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240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4BD03-6695-D18F-550A-F9AAACF5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E2E301E2-3F58-7A53-120C-4C4FAF74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LY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5043ADD-F995-3FF7-EF92-649F2A121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7B8B617-A6EC-A6F2-295A-4C6584DA9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1"/>
            <a:fld id="{DF61EA0F-A667-4B49-8422-0062BC55E249}" type="slidenum">
              <a:rPr lang="ar-SA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l" rtl="1"/>
              <a:t>30</a:t>
            </a:fld>
            <a:endParaRPr lang="ar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0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 userDrawn="1"/>
        </p:nvSpPr>
        <p:spPr bwMode="blackWhite">
          <a:xfrm flipH="1">
            <a:off x="254949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1800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 hasCustomPrompt="1"/>
          </p:nvPr>
        </p:nvSpPr>
        <p:spPr>
          <a:xfrm flipH="1">
            <a:off x="4794504" y="448056"/>
            <a:ext cx="6876288" cy="640080"/>
          </a:xfrm>
        </p:spPr>
        <p:txBody>
          <a:bodyPr rtlCol="1"/>
          <a:lstStyle>
            <a:lvl1pPr algn="r" rtl="1"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/>
              <a:t>انقر لتحرير نمط العنوان الرئيسي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/>
          <p:cNvSpPr/>
          <p:nvPr userDrawn="1"/>
        </p:nvSpPr>
        <p:spPr>
          <a:xfrm flipH="1">
            <a:off x="252919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b" anchorCtr="0"/>
          <a:lstStyle/>
          <a:p>
            <a:pPr algn="l" rtl="1"/>
            <a:endParaRPr lang="ar-SA" sz="18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2" name="رابط مستقيم 11"/>
          <p:cNvCxnSpPr>
            <a:cxnSpLocks/>
          </p:cNvCxnSpPr>
          <p:nvPr userDrawn="1"/>
        </p:nvCxnSpPr>
        <p:spPr>
          <a:xfrm flipH="1"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العنوان 3"/>
          <p:cNvSpPr>
            <a:spLocks noGrp="1"/>
          </p:cNvSpPr>
          <p:nvPr>
            <p:ph type="title" hasCustomPrompt="1"/>
          </p:nvPr>
        </p:nvSpPr>
        <p:spPr>
          <a:xfrm flipH="1">
            <a:off x="4793674" y="448056"/>
            <a:ext cx="6877119" cy="640080"/>
          </a:xfrm>
        </p:spPr>
        <p:txBody>
          <a:bodyPr rtlCol="1" anchor="b" anchorCtr="0">
            <a:normAutofit/>
          </a:bodyPr>
          <a:lstStyle>
            <a:lvl1pPr algn="r" rtl="1">
              <a:defRPr sz="280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quarter" idx="10" hasCustomPrompt="1"/>
          </p:nvPr>
        </p:nvSpPr>
        <p:spPr>
          <a:xfrm flipH="1">
            <a:off x="7235952" y="1435608"/>
            <a:ext cx="4416552" cy="3977640"/>
          </a:xfrm>
        </p:spPr>
        <p:txBody>
          <a:bodyPr vert="horz" lIns="91440" tIns="45720" rIns="91440" bIns="45720" rtlCol="1">
            <a:normAutofit/>
          </a:bodyPr>
          <a:lstStyle>
            <a:lvl1pPr algn="r" rtl="1"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marL="0" lvl="0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 dirty="0"/>
              <a:t>انقر لتحرير أنماط النص الرئيسي</a:t>
            </a:r>
          </a:p>
          <a:p>
            <a:pPr marL="0" lvl="1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 dirty="0"/>
              <a:t>المستوى الثاني</a:t>
            </a:r>
          </a:p>
          <a:p>
            <a:pPr marL="0" lvl="2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 dirty="0"/>
              <a:t>المستوى الثالث</a:t>
            </a:r>
          </a:p>
          <a:p>
            <a:pPr marL="0" lvl="3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 dirty="0"/>
              <a:t>المستوى الرابع</a:t>
            </a:r>
          </a:p>
          <a:p>
            <a:pPr marL="0" lvl="4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 dirty="0"/>
              <a:t>المستوى الخامس</a:t>
            </a:r>
          </a:p>
        </p:txBody>
      </p:sp>
      <p:sp>
        <p:nvSpPr>
          <p:cNvPr id="6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FAF96B6-1304-4EE4-9D39-A640B59DD77D}" type="datetime1">
              <a:rPr lang="ar-SA" noProof="0" smtClean="0"/>
              <a:t>15/05/1447</a:t>
            </a:fld>
            <a:endParaRPr lang="ar-SA" noProof="0"/>
          </a:p>
        </p:txBody>
      </p:sp>
      <p:sp>
        <p:nvSpPr>
          <p:cNvPr id="7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noProof="0"/>
          </a:p>
        </p:txBody>
      </p:sp>
      <p:sp>
        <p:nvSpPr>
          <p:cNvPr id="8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54347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860EDB8-5305-433F-BE41-D7A86D811DB3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8"/>
          <p:cNvSpPr/>
          <p:nvPr userDrawn="1"/>
        </p:nvSpPr>
        <p:spPr>
          <a:xfrm flipH="1">
            <a:off x="254000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1800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مستطيل 9"/>
          <p:cNvSpPr/>
          <p:nvPr userDrawn="1"/>
        </p:nvSpPr>
        <p:spPr bwMode="blackWhite">
          <a:xfrm flipH="1">
            <a:off x="254949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1800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 hasCustomPrompt="1"/>
          </p:nvPr>
        </p:nvSpPr>
        <p:spPr>
          <a:xfrm flipH="1">
            <a:off x="4794504" y="1536192"/>
            <a:ext cx="6876288" cy="640080"/>
          </a:xfrm>
        </p:spPr>
        <p:txBody>
          <a:bodyPr rtlCol="1">
            <a:normAutofit/>
          </a:bodyPr>
          <a:lstStyle>
            <a:lvl1pPr algn="r" rtl="1"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rtl="1"/>
            <a:r>
              <a:rPr lang="ar-SA" noProof="0"/>
              <a:t>انقر لتحرير نمط العنوان الرئيسي</a:t>
            </a:r>
          </a:p>
        </p:txBody>
      </p:sp>
      <p:sp>
        <p:nvSpPr>
          <p:cNvPr id="7" name="عنصر نائب للمحتوى 6"/>
          <p:cNvSpPr>
            <a:spLocks noGrp="1"/>
          </p:cNvSpPr>
          <p:nvPr>
            <p:ph sz="quarter" idx="13" hasCustomPrompt="1"/>
          </p:nvPr>
        </p:nvSpPr>
        <p:spPr>
          <a:xfrm flipH="1">
            <a:off x="2206752" y="2560320"/>
            <a:ext cx="9445752" cy="3977640"/>
          </a:xfrm>
        </p:spPr>
        <p:txBody>
          <a:bodyPr vert="horz" lIns="91440" tIns="45720" rIns="91440" bIns="45720" rtlCol="1">
            <a:normAutofit/>
          </a:bodyPr>
          <a:lstStyle>
            <a:lvl1pPr algn="r" rtl="1"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r" rtl="1"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algn="r" rtl="1"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algn="r" rtl="1"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algn="r" rtl="1"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marL="0" lvl="0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/>
              <a:t>انقر لتحرير أنماط النص الرئيسي</a:t>
            </a:r>
          </a:p>
          <a:p>
            <a:pPr marL="0" lvl="1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/>
              <a:t>المستوى الثاني</a:t>
            </a:r>
          </a:p>
          <a:p>
            <a:pPr marL="0" lvl="2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/>
              <a:t>المستوى الثالث</a:t>
            </a:r>
          </a:p>
          <a:p>
            <a:pPr marL="0" lvl="3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/>
              <a:t>المستوى الرابع</a:t>
            </a:r>
          </a:p>
          <a:p>
            <a:pPr marL="0" lvl="4" indent="0" rtl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ar-SA" noProof="0"/>
              <a:t>المستوى الخامس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616918" y="2276500"/>
            <a:ext cx="6958000" cy="23184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90033" y="4926558"/>
            <a:ext cx="5812000" cy="546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015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"/>
          <p:cNvSpPr txBox="1">
            <a:spLocks noGrp="1"/>
          </p:cNvSpPr>
          <p:nvPr>
            <p:ph type="body" idx="1"/>
          </p:nvPr>
        </p:nvSpPr>
        <p:spPr>
          <a:xfrm>
            <a:off x="1434500" y="1870800"/>
            <a:ext cx="9323200" cy="39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182" lvl="0" indent="-304788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50"/>
            </a:lvl1pPr>
            <a:lvl2pPr marL="914363" lvl="1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545" lvl="2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727" lvl="3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5909" lvl="4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090" lvl="5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272" lvl="6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454" lvl="7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635" lvl="8" indent="-3047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1071" name="Google Shape;1071;p4"/>
          <p:cNvSpPr txBox="1">
            <a:spLocks noGrp="1"/>
          </p:cNvSpPr>
          <p:nvPr>
            <p:ph type="title"/>
          </p:nvPr>
        </p:nvSpPr>
        <p:spPr>
          <a:xfrm>
            <a:off x="418267" y="491633"/>
            <a:ext cx="11355600" cy="768000"/>
          </a:xfrm>
          <a:prstGeom prst="rect">
            <a:avLst/>
          </a:prstGeom>
          <a:noFill/>
        </p:spPr>
        <p:txBody>
          <a:bodyPr spcFirstLastPara="1" wrap="square" lIns="91425" tIns="640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72" name="Google Shape;1072;p4"/>
          <p:cNvGrpSpPr/>
          <p:nvPr/>
        </p:nvGrpSpPr>
        <p:grpSpPr>
          <a:xfrm>
            <a:off x="418005" y="501879"/>
            <a:ext cx="11355759" cy="749380"/>
            <a:chOff x="313503" y="376409"/>
            <a:chExt cx="8516819" cy="562035"/>
          </a:xfrm>
        </p:grpSpPr>
        <p:sp>
          <p:nvSpPr>
            <p:cNvPr id="1073" name="Google Shape;1073;p4"/>
            <p:cNvSpPr/>
            <p:nvPr/>
          </p:nvSpPr>
          <p:spPr>
            <a:xfrm>
              <a:off x="313503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43301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552519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672027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844028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8559794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8679308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8798821" y="376409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313503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43301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552519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672027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844028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8559794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8679308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8798821" y="482516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313503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43301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552519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672027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844028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8559794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8679308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8798821" y="588623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313503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43301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552519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672027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844028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8559794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8679308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8798821" y="694730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313503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43301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552519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672027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844028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8559794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8679308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8798821" y="800837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313503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43301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552519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672027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844028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8559794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8679308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8798821" y="906944"/>
              <a:ext cx="31500" cy="3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10620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 userDrawn="1"/>
        </p:nvSpPr>
        <p:spPr>
          <a:xfrm flipH="1">
            <a:off x="252919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b" anchorCtr="0"/>
          <a:lstStyle/>
          <a:p>
            <a:pPr algn="ctr" rtl="1"/>
            <a:endParaRPr lang="ar-SA" sz="1800" noProof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4794504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1" anchor="b" anchorCtr="0">
            <a:normAutofit/>
          </a:bodyPr>
          <a:lstStyle/>
          <a:p>
            <a:pPr rtl="1"/>
            <a:r>
              <a:rPr lang="ar-SA" noProof="0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7235952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rtl="1"/>
            <a:r>
              <a:rPr lang="ar-SA" noProof="0"/>
              <a:t>انقر لتحرير أنماط النص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EA0A667-4856-4F63-AE22-98308C3BD212}" type="datetime1">
              <a:rPr lang="ar-SA" noProof="0" smtClean="0"/>
              <a:t>15/05/1447</a:t>
            </a:fld>
            <a:endParaRPr lang="ar-SA" noProof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ar-SA" noProof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860EDB8-5305-433F-BE41-D7A86D811DB3}" type="slidenum">
              <a:rPr lang="ar-SA" smtClean="0"/>
              <a:pPr/>
              <a:t>‹#›</a:t>
            </a:fld>
            <a:endParaRPr lang="ar-SA" dirty="0"/>
          </a:p>
        </p:txBody>
      </p:sp>
      <p:cxnSp>
        <p:nvCxnSpPr>
          <p:cNvPr id="8" name="رابط مستقيم 7"/>
          <p:cNvCxnSpPr>
            <a:cxnSpLocks/>
          </p:cNvCxnSpPr>
          <p:nvPr userDrawn="1"/>
        </p:nvCxnSpPr>
        <p:spPr>
          <a:xfrm flipH="1"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 algn="r" defTabSz="914400" rtl="1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2286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6858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1430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6002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0574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r" defTabSz="914400" rtl="1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r" defTabSz="914400" rtl="1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exampl11.docx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example2.docx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53" name="Google Shape;26453;p52"/>
          <p:cNvGrpSpPr/>
          <p:nvPr/>
        </p:nvGrpSpPr>
        <p:grpSpPr>
          <a:xfrm>
            <a:off x="735724" y="1397251"/>
            <a:ext cx="10794124" cy="4063557"/>
            <a:chOff x="313503" y="540001"/>
            <a:chExt cx="8516808" cy="4063556"/>
          </a:xfrm>
        </p:grpSpPr>
        <p:sp>
          <p:nvSpPr>
            <p:cNvPr id="26454" name="Google Shape;26454;p52"/>
            <p:cNvSpPr/>
            <p:nvPr/>
          </p:nvSpPr>
          <p:spPr>
            <a:xfrm>
              <a:off x="313503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5" name="Google Shape;26455;p52"/>
            <p:cNvSpPr/>
            <p:nvPr/>
          </p:nvSpPr>
          <p:spPr>
            <a:xfrm>
              <a:off x="43301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6" name="Google Shape;26456;p52"/>
            <p:cNvSpPr/>
            <p:nvPr/>
          </p:nvSpPr>
          <p:spPr>
            <a:xfrm>
              <a:off x="552519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7" name="Google Shape;26457;p52"/>
            <p:cNvSpPr/>
            <p:nvPr/>
          </p:nvSpPr>
          <p:spPr>
            <a:xfrm>
              <a:off x="672027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8" name="Google Shape;26458;p52"/>
            <p:cNvSpPr/>
            <p:nvPr/>
          </p:nvSpPr>
          <p:spPr>
            <a:xfrm>
              <a:off x="791536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59" name="Google Shape;26459;p52"/>
            <p:cNvSpPr/>
            <p:nvPr/>
          </p:nvSpPr>
          <p:spPr>
            <a:xfrm>
              <a:off x="91104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0" name="Google Shape;26460;p52"/>
            <p:cNvSpPr/>
            <p:nvPr/>
          </p:nvSpPr>
          <p:spPr>
            <a:xfrm>
              <a:off x="1030552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1" name="Google Shape;26461;p52"/>
            <p:cNvSpPr/>
            <p:nvPr/>
          </p:nvSpPr>
          <p:spPr>
            <a:xfrm>
              <a:off x="820125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2" name="Google Shape;26462;p52"/>
            <p:cNvSpPr/>
            <p:nvPr/>
          </p:nvSpPr>
          <p:spPr>
            <a:xfrm>
              <a:off x="8320767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3" name="Google Shape;26463;p52"/>
            <p:cNvSpPr/>
            <p:nvPr/>
          </p:nvSpPr>
          <p:spPr>
            <a:xfrm>
              <a:off x="844028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4" name="Google Shape;26464;p52"/>
            <p:cNvSpPr/>
            <p:nvPr/>
          </p:nvSpPr>
          <p:spPr>
            <a:xfrm>
              <a:off x="8559794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5" name="Google Shape;26465;p52"/>
            <p:cNvSpPr/>
            <p:nvPr/>
          </p:nvSpPr>
          <p:spPr>
            <a:xfrm>
              <a:off x="8679308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6" name="Google Shape;26466;p52"/>
            <p:cNvSpPr/>
            <p:nvPr/>
          </p:nvSpPr>
          <p:spPr>
            <a:xfrm>
              <a:off x="8798821" y="54000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7" name="Google Shape;26467;p52"/>
            <p:cNvSpPr/>
            <p:nvPr/>
          </p:nvSpPr>
          <p:spPr>
            <a:xfrm>
              <a:off x="313503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8" name="Google Shape;26468;p52"/>
            <p:cNvSpPr/>
            <p:nvPr/>
          </p:nvSpPr>
          <p:spPr>
            <a:xfrm>
              <a:off x="43301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69" name="Google Shape;26469;p52"/>
            <p:cNvSpPr/>
            <p:nvPr/>
          </p:nvSpPr>
          <p:spPr>
            <a:xfrm>
              <a:off x="552519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0" name="Google Shape;26470;p52"/>
            <p:cNvSpPr/>
            <p:nvPr/>
          </p:nvSpPr>
          <p:spPr>
            <a:xfrm>
              <a:off x="672027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1" name="Google Shape;26471;p52"/>
            <p:cNvSpPr/>
            <p:nvPr/>
          </p:nvSpPr>
          <p:spPr>
            <a:xfrm>
              <a:off x="791536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2" name="Google Shape;26472;p52"/>
            <p:cNvSpPr/>
            <p:nvPr/>
          </p:nvSpPr>
          <p:spPr>
            <a:xfrm>
              <a:off x="91104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3" name="Google Shape;26473;p52"/>
            <p:cNvSpPr/>
            <p:nvPr/>
          </p:nvSpPr>
          <p:spPr>
            <a:xfrm>
              <a:off x="1030552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4" name="Google Shape;26474;p52"/>
            <p:cNvSpPr/>
            <p:nvPr/>
          </p:nvSpPr>
          <p:spPr>
            <a:xfrm>
              <a:off x="820125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5" name="Google Shape;26475;p52"/>
            <p:cNvSpPr/>
            <p:nvPr/>
          </p:nvSpPr>
          <p:spPr>
            <a:xfrm>
              <a:off x="8320767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6" name="Google Shape;26476;p52"/>
            <p:cNvSpPr/>
            <p:nvPr/>
          </p:nvSpPr>
          <p:spPr>
            <a:xfrm>
              <a:off x="844028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7" name="Google Shape;26477;p52"/>
            <p:cNvSpPr/>
            <p:nvPr/>
          </p:nvSpPr>
          <p:spPr>
            <a:xfrm>
              <a:off x="8559794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8" name="Google Shape;26478;p52"/>
            <p:cNvSpPr/>
            <p:nvPr/>
          </p:nvSpPr>
          <p:spPr>
            <a:xfrm>
              <a:off x="8679308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79" name="Google Shape;26479;p52"/>
            <p:cNvSpPr/>
            <p:nvPr/>
          </p:nvSpPr>
          <p:spPr>
            <a:xfrm>
              <a:off x="8798821" y="64610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0" name="Google Shape;26480;p52"/>
            <p:cNvSpPr/>
            <p:nvPr/>
          </p:nvSpPr>
          <p:spPr>
            <a:xfrm>
              <a:off x="313503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1" name="Google Shape;26481;p52"/>
            <p:cNvSpPr/>
            <p:nvPr/>
          </p:nvSpPr>
          <p:spPr>
            <a:xfrm>
              <a:off x="43301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2" name="Google Shape;26482;p52"/>
            <p:cNvSpPr/>
            <p:nvPr/>
          </p:nvSpPr>
          <p:spPr>
            <a:xfrm>
              <a:off x="552519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3" name="Google Shape;26483;p52"/>
            <p:cNvSpPr/>
            <p:nvPr/>
          </p:nvSpPr>
          <p:spPr>
            <a:xfrm>
              <a:off x="672027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4" name="Google Shape;26484;p52"/>
            <p:cNvSpPr/>
            <p:nvPr/>
          </p:nvSpPr>
          <p:spPr>
            <a:xfrm>
              <a:off x="791536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5" name="Google Shape;26485;p52"/>
            <p:cNvSpPr/>
            <p:nvPr/>
          </p:nvSpPr>
          <p:spPr>
            <a:xfrm>
              <a:off x="91104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6" name="Google Shape;26486;p52"/>
            <p:cNvSpPr/>
            <p:nvPr/>
          </p:nvSpPr>
          <p:spPr>
            <a:xfrm>
              <a:off x="1030552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7" name="Google Shape;26487;p52"/>
            <p:cNvSpPr/>
            <p:nvPr/>
          </p:nvSpPr>
          <p:spPr>
            <a:xfrm>
              <a:off x="820125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8" name="Google Shape;26488;p52"/>
            <p:cNvSpPr/>
            <p:nvPr/>
          </p:nvSpPr>
          <p:spPr>
            <a:xfrm>
              <a:off x="8320767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89" name="Google Shape;26489;p52"/>
            <p:cNvSpPr/>
            <p:nvPr/>
          </p:nvSpPr>
          <p:spPr>
            <a:xfrm>
              <a:off x="844028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0" name="Google Shape;26490;p52"/>
            <p:cNvSpPr/>
            <p:nvPr/>
          </p:nvSpPr>
          <p:spPr>
            <a:xfrm>
              <a:off x="8559794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1" name="Google Shape;26491;p52"/>
            <p:cNvSpPr/>
            <p:nvPr/>
          </p:nvSpPr>
          <p:spPr>
            <a:xfrm>
              <a:off x="8679308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2" name="Google Shape;26492;p52"/>
            <p:cNvSpPr/>
            <p:nvPr/>
          </p:nvSpPr>
          <p:spPr>
            <a:xfrm>
              <a:off x="8798821" y="75221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3" name="Google Shape;26493;p52"/>
            <p:cNvSpPr/>
            <p:nvPr/>
          </p:nvSpPr>
          <p:spPr>
            <a:xfrm>
              <a:off x="313503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4" name="Google Shape;26494;p52"/>
            <p:cNvSpPr/>
            <p:nvPr/>
          </p:nvSpPr>
          <p:spPr>
            <a:xfrm>
              <a:off x="43301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5" name="Google Shape;26495;p52"/>
            <p:cNvSpPr/>
            <p:nvPr/>
          </p:nvSpPr>
          <p:spPr>
            <a:xfrm>
              <a:off x="552519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6" name="Google Shape;26496;p52"/>
            <p:cNvSpPr/>
            <p:nvPr/>
          </p:nvSpPr>
          <p:spPr>
            <a:xfrm>
              <a:off x="672027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7" name="Google Shape;26497;p52"/>
            <p:cNvSpPr/>
            <p:nvPr/>
          </p:nvSpPr>
          <p:spPr>
            <a:xfrm>
              <a:off x="791536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8" name="Google Shape;26498;p52"/>
            <p:cNvSpPr/>
            <p:nvPr/>
          </p:nvSpPr>
          <p:spPr>
            <a:xfrm>
              <a:off x="91104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99" name="Google Shape;26499;p52"/>
            <p:cNvSpPr/>
            <p:nvPr/>
          </p:nvSpPr>
          <p:spPr>
            <a:xfrm>
              <a:off x="1030552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0" name="Google Shape;26500;p52"/>
            <p:cNvSpPr/>
            <p:nvPr/>
          </p:nvSpPr>
          <p:spPr>
            <a:xfrm>
              <a:off x="820125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1" name="Google Shape;26501;p52"/>
            <p:cNvSpPr/>
            <p:nvPr/>
          </p:nvSpPr>
          <p:spPr>
            <a:xfrm>
              <a:off x="8320767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2" name="Google Shape;26502;p52"/>
            <p:cNvSpPr/>
            <p:nvPr/>
          </p:nvSpPr>
          <p:spPr>
            <a:xfrm>
              <a:off x="844028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3" name="Google Shape;26503;p52"/>
            <p:cNvSpPr/>
            <p:nvPr/>
          </p:nvSpPr>
          <p:spPr>
            <a:xfrm>
              <a:off x="8559794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4" name="Google Shape;26504;p52"/>
            <p:cNvSpPr/>
            <p:nvPr/>
          </p:nvSpPr>
          <p:spPr>
            <a:xfrm>
              <a:off x="8679308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5" name="Google Shape;26505;p52"/>
            <p:cNvSpPr/>
            <p:nvPr/>
          </p:nvSpPr>
          <p:spPr>
            <a:xfrm>
              <a:off x="8798821" y="85832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6" name="Google Shape;26506;p52"/>
            <p:cNvSpPr/>
            <p:nvPr/>
          </p:nvSpPr>
          <p:spPr>
            <a:xfrm>
              <a:off x="313503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7" name="Google Shape;26507;p52"/>
            <p:cNvSpPr/>
            <p:nvPr/>
          </p:nvSpPr>
          <p:spPr>
            <a:xfrm>
              <a:off x="43301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8" name="Google Shape;26508;p52"/>
            <p:cNvSpPr/>
            <p:nvPr/>
          </p:nvSpPr>
          <p:spPr>
            <a:xfrm>
              <a:off x="552519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09" name="Google Shape;26509;p52"/>
            <p:cNvSpPr/>
            <p:nvPr/>
          </p:nvSpPr>
          <p:spPr>
            <a:xfrm>
              <a:off x="672027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0" name="Google Shape;26510;p52"/>
            <p:cNvSpPr/>
            <p:nvPr/>
          </p:nvSpPr>
          <p:spPr>
            <a:xfrm>
              <a:off x="791536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1" name="Google Shape;26511;p52"/>
            <p:cNvSpPr/>
            <p:nvPr/>
          </p:nvSpPr>
          <p:spPr>
            <a:xfrm>
              <a:off x="91104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2" name="Google Shape;26512;p52"/>
            <p:cNvSpPr/>
            <p:nvPr/>
          </p:nvSpPr>
          <p:spPr>
            <a:xfrm>
              <a:off x="1030552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3" name="Google Shape;26513;p52"/>
            <p:cNvSpPr/>
            <p:nvPr/>
          </p:nvSpPr>
          <p:spPr>
            <a:xfrm>
              <a:off x="820125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4" name="Google Shape;26514;p52"/>
            <p:cNvSpPr/>
            <p:nvPr/>
          </p:nvSpPr>
          <p:spPr>
            <a:xfrm>
              <a:off x="8320767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5" name="Google Shape;26515;p52"/>
            <p:cNvSpPr/>
            <p:nvPr/>
          </p:nvSpPr>
          <p:spPr>
            <a:xfrm>
              <a:off x="844028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6" name="Google Shape;26516;p52"/>
            <p:cNvSpPr/>
            <p:nvPr/>
          </p:nvSpPr>
          <p:spPr>
            <a:xfrm>
              <a:off x="8559794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7" name="Google Shape;26517;p52"/>
            <p:cNvSpPr/>
            <p:nvPr/>
          </p:nvSpPr>
          <p:spPr>
            <a:xfrm>
              <a:off x="8679308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8" name="Google Shape;26518;p52"/>
            <p:cNvSpPr/>
            <p:nvPr/>
          </p:nvSpPr>
          <p:spPr>
            <a:xfrm>
              <a:off x="8798821" y="96442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19" name="Google Shape;26519;p52"/>
            <p:cNvSpPr/>
            <p:nvPr/>
          </p:nvSpPr>
          <p:spPr>
            <a:xfrm>
              <a:off x="313503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0" name="Google Shape;26520;p52"/>
            <p:cNvSpPr/>
            <p:nvPr/>
          </p:nvSpPr>
          <p:spPr>
            <a:xfrm>
              <a:off x="43301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1" name="Google Shape;26521;p52"/>
            <p:cNvSpPr/>
            <p:nvPr/>
          </p:nvSpPr>
          <p:spPr>
            <a:xfrm>
              <a:off x="552519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2" name="Google Shape;26522;p52"/>
            <p:cNvSpPr/>
            <p:nvPr/>
          </p:nvSpPr>
          <p:spPr>
            <a:xfrm>
              <a:off x="672027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3" name="Google Shape;26523;p52"/>
            <p:cNvSpPr/>
            <p:nvPr/>
          </p:nvSpPr>
          <p:spPr>
            <a:xfrm>
              <a:off x="791536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4" name="Google Shape;26524;p52"/>
            <p:cNvSpPr/>
            <p:nvPr/>
          </p:nvSpPr>
          <p:spPr>
            <a:xfrm>
              <a:off x="91104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5" name="Google Shape;26525;p52"/>
            <p:cNvSpPr/>
            <p:nvPr/>
          </p:nvSpPr>
          <p:spPr>
            <a:xfrm>
              <a:off x="1030552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6" name="Google Shape;26526;p52"/>
            <p:cNvSpPr/>
            <p:nvPr/>
          </p:nvSpPr>
          <p:spPr>
            <a:xfrm>
              <a:off x="820125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7" name="Google Shape;26527;p52"/>
            <p:cNvSpPr/>
            <p:nvPr/>
          </p:nvSpPr>
          <p:spPr>
            <a:xfrm>
              <a:off x="8320767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8" name="Google Shape;26528;p52"/>
            <p:cNvSpPr/>
            <p:nvPr/>
          </p:nvSpPr>
          <p:spPr>
            <a:xfrm>
              <a:off x="844028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29" name="Google Shape;26529;p52"/>
            <p:cNvSpPr/>
            <p:nvPr/>
          </p:nvSpPr>
          <p:spPr>
            <a:xfrm>
              <a:off x="8559794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0" name="Google Shape;26530;p52"/>
            <p:cNvSpPr/>
            <p:nvPr/>
          </p:nvSpPr>
          <p:spPr>
            <a:xfrm>
              <a:off x="8679308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1" name="Google Shape;26531;p52"/>
            <p:cNvSpPr/>
            <p:nvPr/>
          </p:nvSpPr>
          <p:spPr>
            <a:xfrm>
              <a:off x="8798821" y="107053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2" name="Google Shape;26532;p52"/>
            <p:cNvSpPr/>
            <p:nvPr/>
          </p:nvSpPr>
          <p:spPr>
            <a:xfrm>
              <a:off x="313503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3" name="Google Shape;26533;p52"/>
            <p:cNvSpPr/>
            <p:nvPr/>
          </p:nvSpPr>
          <p:spPr>
            <a:xfrm>
              <a:off x="43301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4" name="Google Shape;26534;p52"/>
            <p:cNvSpPr/>
            <p:nvPr/>
          </p:nvSpPr>
          <p:spPr>
            <a:xfrm>
              <a:off x="552519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5" name="Google Shape;26535;p52"/>
            <p:cNvSpPr/>
            <p:nvPr/>
          </p:nvSpPr>
          <p:spPr>
            <a:xfrm>
              <a:off x="672027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6" name="Google Shape;26536;p52"/>
            <p:cNvSpPr/>
            <p:nvPr/>
          </p:nvSpPr>
          <p:spPr>
            <a:xfrm>
              <a:off x="791536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7" name="Google Shape;26537;p52"/>
            <p:cNvSpPr/>
            <p:nvPr/>
          </p:nvSpPr>
          <p:spPr>
            <a:xfrm>
              <a:off x="91104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8" name="Google Shape;26538;p52"/>
            <p:cNvSpPr/>
            <p:nvPr/>
          </p:nvSpPr>
          <p:spPr>
            <a:xfrm>
              <a:off x="1030552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39" name="Google Shape;26539;p52"/>
            <p:cNvSpPr/>
            <p:nvPr/>
          </p:nvSpPr>
          <p:spPr>
            <a:xfrm>
              <a:off x="820125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0" name="Google Shape;26540;p52"/>
            <p:cNvSpPr/>
            <p:nvPr/>
          </p:nvSpPr>
          <p:spPr>
            <a:xfrm>
              <a:off x="8320767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1" name="Google Shape;26541;p52"/>
            <p:cNvSpPr/>
            <p:nvPr/>
          </p:nvSpPr>
          <p:spPr>
            <a:xfrm>
              <a:off x="844028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2" name="Google Shape;26542;p52"/>
            <p:cNvSpPr/>
            <p:nvPr/>
          </p:nvSpPr>
          <p:spPr>
            <a:xfrm>
              <a:off x="8559794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3" name="Google Shape;26543;p52"/>
            <p:cNvSpPr/>
            <p:nvPr/>
          </p:nvSpPr>
          <p:spPr>
            <a:xfrm>
              <a:off x="8679308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4" name="Google Shape;26544;p52"/>
            <p:cNvSpPr/>
            <p:nvPr/>
          </p:nvSpPr>
          <p:spPr>
            <a:xfrm>
              <a:off x="8798821" y="117664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5" name="Google Shape;26545;p52"/>
            <p:cNvSpPr/>
            <p:nvPr/>
          </p:nvSpPr>
          <p:spPr>
            <a:xfrm>
              <a:off x="313503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6" name="Google Shape;26546;p52"/>
            <p:cNvSpPr/>
            <p:nvPr/>
          </p:nvSpPr>
          <p:spPr>
            <a:xfrm>
              <a:off x="43301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7" name="Google Shape;26547;p52"/>
            <p:cNvSpPr/>
            <p:nvPr/>
          </p:nvSpPr>
          <p:spPr>
            <a:xfrm>
              <a:off x="552519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8" name="Google Shape;26548;p52"/>
            <p:cNvSpPr/>
            <p:nvPr/>
          </p:nvSpPr>
          <p:spPr>
            <a:xfrm>
              <a:off x="672027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49" name="Google Shape;26549;p52"/>
            <p:cNvSpPr/>
            <p:nvPr/>
          </p:nvSpPr>
          <p:spPr>
            <a:xfrm>
              <a:off x="791536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0" name="Google Shape;26550;p52"/>
            <p:cNvSpPr/>
            <p:nvPr/>
          </p:nvSpPr>
          <p:spPr>
            <a:xfrm>
              <a:off x="91104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1" name="Google Shape;26551;p52"/>
            <p:cNvSpPr/>
            <p:nvPr/>
          </p:nvSpPr>
          <p:spPr>
            <a:xfrm>
              <a:off x="1030552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2" name="Google Shape;26552;p52"/>
            <p:cNvSpPr/>
            <p:nvPr/>
          </p:nvSpPr>
          <p:spPr>
            <a:xfrm>
              <a:off x="820125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3" name="Google Shape;26553;p52"/>
            <p:cNvSpPr/>
            <p:nvPr/>
          </p:nvSpPr>
          <p:spPr>
            <a:xfrm>
              <a:off x="8320767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4" name="Google Shape;26554;p52"/>
            <p:cNvSpPr/>
            <p:nvPr/>
          </p:nvSpPr>
          <p:spPr>
            <a:xfrm>
              <a:off x="844028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5" name="Google Shape;26555;p52"/>
            <p:cNvSpPr/>
            <p:nvPr/>
          </p:nvSpPr>
          <p:spPr>
            <a:xfrm>
              <a:off x="8559794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6" name="Google Shape;26556;p52"/>
            <p:cNvSpPr/>
            <p:nvPr/>
          </p:nvSpPr>
          <p:spPr>
            <a:xfrm>
              <a:off x="8679308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7" name="Google Shape;26557;p52"/>
            <p:cNvSpPr/>
            <p:nvPr/>
          </p:nvSpPr>
          <p:spPr>
            <a:xfrm>
              <a:off x="8798821" y="128275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8" name="Google Shape;26558;p52"/>
            <p:cNvSpPr/>
            <p:nvPr/>
          </p:nvSpPr>
          <p:spPr>
            <a:xfrm>
              <a:off x="313503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59" name="Google Shape;26559;p52"/>
            <p:cNvSpPr/>
            <p:nvPr/>
          </p:nvSpPr>
          <p:spPr>
            <a:xfrm>
              <a:off x="43301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0" name="Google Shape;26560;p52"/>
            <p:cNvSpPr/>
            <p:nvPr/>
          </p:nvSpPr>
          <p:spPr>
            <a:xfrm>
              <a:off x="552519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1" name="Google Shape;26561;p52"/>
            <p:cNvSpPr/>
            <p:nvPr/>
          </p:nvSpPr>
          <p:spPr>
            <a:xfrm>
              <a:off x="672027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2" name="Google Shape;26562;p52"/>
            <p:cNvSpPr/>
            <p:nvPr/>
          </p:nvSpPr>
          <p:spPr>
            <a:xfrm>
              <a:off x="791536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3" name="Google Shape;26563;p52"/>
            <p:cNvSpPr/>
            <p:nvPr/>
          </p:nvSpPr>
          <p:spPr>
            <a:xfrm>
              <a:off x="91104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4" name="Google Shape;26564;p52"/>
            <p:cNvSpPr/>
            <p:nvPr/>
          </p:nvSpPr>
          <p:spPr>
            <a:xfrm>
              <a:off x="1030552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5" name="Google Shape;26565;p52"/>
            <p:cNvSpPr/>
            <p:nvPr/>
          </p:nvSpPr>
          <p:spPr>
            <a:xfrm>
              <a:off x="820125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6" name="Google Shape;26566;p52"/>
            <p:cNvSpPr/>
            <p:nvPr/>
          </p:nvSpPr>
          <p:spPr>
            <a:xfrm>
              <a:off x="8320767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7" name="Google Shape;26567;p52"/>
            <p:cNvSpPr/>
            <p:nvPr/>
          </p:nvSpPr>
          <p:spPr>
            <a:xfrm>
              <a:off x="844028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8" name="Google Shape;26568;p52"/>
            <p:cNvSpPr/>
            <p:nvPr/>
          </p:nvSpPr>
          <p:spPr>
            <a:xfrm>
              <a:off x="8559794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69" name="Google Shape;26569;p52"/>
            <p:cNvSpPr/>
            <p:nvPr/>
          </p:nvSpPr>
          <p:spPr>
            <a:xfrm>
              <a:off x="8679308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0" name="Google Shape;26570;p52"/>
            <p:cNvSpPr/>
            <p:nvPr/>
          </p:nvSpPr>
          <p:spPr>
            <a:xfrm>
              <a:off x="8798821" y="138885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1" name="Google Shape;26571;p52"/>
            <p:cNvSpPr/>
            <p:nvPr/>
          </p:nvSpPr>
          <p:spPr>
            <a:xfrm>
              <a:off x="313503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2" name="Google Shape;26572;p52"/>
            <p:cNvSpPr/>
            <p:nvPr/>
          </p:nvSpPr>
          <p:spPr>
            <a:xfrm>
              <a:off x="43301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3" name="Google Shape;26573;p52"/>
            <p:cNvSpPr/>
            <p:nvPr/>
          </p:nvSpPr>
          <p:spPr>
            <a:xfrm>
              <a:off x="552519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4" name="Google Shape;26574;p52"/>
            <p:cNvSpPr/>
            <p:nvPr/>
          </p:nvSpPr>
          <p:spPr>
            <a:xfrm>
              <a:off x="672027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5" name="Google Shape;26575;p52"/>
            <p:cNvSpPr/>
            <p:nvPr/>
          </p:nvSpPr>
          <p:spPr>
            <a:xfrm>
              <a:off x="791536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6" name="Google Shape;26576;p52"/>
            <p:cNvSpPr/>
            <p:nvPr/>
          </p:nvSpPr>
          <p:spPr>
            <a:xfrm>
              <a:off x="91104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7" name="Google Shape;26577;p52"/>
            <p:cNvSpPr/>
            <p:nvPr/>
          </p:nvSpPr>
          <p:spPr>
            <a:xfrm>
              <a:off x="1030552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8" name="Google Shape;26578;p52"/>
            <p:cNvSpPr/>
            <p:nvPr/>
          </p:nvSpPr>
          <p:spPr>
            <a:xfrm>
              <a:off x="820125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79" name="Google Shape;26579;p52"/>
            <p:cNvSpPr/>
            <p:nvPr/>
          </p:nvSpPr>
          <p:spPr>
            <a:xfrm>
              <a:off x="8320767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0" name="Google Shape;26580;p52"/>
            <p:cNvSpPr/>
            <p:nvPr/>
          </p:nvSpPr>
          <p:spPr>
            <a:xfrm>
              <a:off x="844028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1" name="Google Shape;26581;p52"/>
            <p:cNvSpPr/>
            <p:nvPr/>
          </p:nvSpPr>
          <p:spPr>
            <a:xfrm>
              <a:off x="8559794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2" name="Google Shape;26582;p52"/>
            <p:cNvSpPr/>
            <p:nvPr/>
          </p:nvSpPr>
          <p:spPr>
            <a:xfrm>
              <a:off x="8679308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3" name="Google Shape;26583;p52"/>
            <p:cNvSpPr/>
            <p:nvPr/>
          </p:nvSpPr>
          <p:spPr>
            <a:xfrm>
              <a:off x="8798821" y="149496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4" name="Google Shape;26584;p52"/>
            <p:cNvSpPr/>
            <p:nvPr/>
          </p:nvSpPr>
          <p:spPr>
            <a:xfrm>
              <a:off x="313503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5" name="Google Shape;26585;p52"/>
            <p:cNvSpPr/>
            <p:nvPr/>
          </p:nvSpPr>
          <p:spPr>
            <a:xfrm>
              <a:off x="43301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6" name="Google Shape;26586;p52"/>
            <p:cNvSpPr/>
            <p:nvPr/>
          </p:nvSpPr>
          <p:spPr>
            <a:xfrm>
              <a:off x="552519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7" name="Google Shape;26587;p52"/>
            <p:cNvSpPr/>
            <p:nvPr/>
          </p:nvSpPr>
          <p:spPr>
            <a:xfrm>
              <a:off x="672027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8" name="Google Shape;26588;p52"/>
            <p:cNvSpPr/>
            <p:nvPr/>
          </p:nvSpPr>
          <p:spPr>
            <a:xfrm>
              <a:off x="791536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89" name="Google Shape;26589;p52"/>
            <p:cNvSpPr/>
            <p:nvPr/>
          </p:nvSpPr>
          <p:spPr>
            <a:xfrm>
              <a:off x="91104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0" name="Google Shape;26590;p52"/>
            <p:cNvSpPr/>
            <p:nvPr/>
          </p:nvSpPr>
          <p:spPr>
            <a:xfrm>
              <a:off x="1030552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1" name="Google Shape;26591;p52"/>
            <p:cNvSpPr/>
            <p:nvPr/>
          </p:nvSpPr>
          <p:spPr>
            <a:xfrm>
              <a:off x="820125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2" name="Google Shape;26592;p52"/>
            <p:cNvSpPr/>
            <p:nvPr/>
          </p:nvSpPr>
          <p:spPr>
            <a:xfrm>
              <a:off x="8320767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3" name="Google Shape;26593;p52"/>
            <p:cNvSpPr/>
            <p:nvPr/>
          </p:nvSpPr>
          <p:spPr>
            <a:xfrm>
              <a:off x="844028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4" name="Google Shape;26594;p52"/>
            <p:cNvSpPr/>
            <p:nvPr/>
          </p:nvSpPr>
          <p:spPr>
            <a:xfrm>
              <a:off x="8559794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5" name="Google Shape;26595;p52"/>
            <p:cNvSpPr/>
            <p:nvPr/>
          </p:nvSpPr>
          <p:spPr>
            <a:xfrm>
              <a:off x="8679308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6" name="Google Shape;26596;p52"/>
            <p:cNvSpPr/>
            <p:nvPr/>
          </p:nvSpPr>
          <p:spPr>
            <a:xfrm>
              <a:off x="8798821" y="160107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7" name="Google Shape;26597;p52"/>
            <p:cNvSpPr/>
            <p:nvPr/>
          </p:nvSpPr>
          <p:spPr>
            <a:xfrm>
              <a:off x="313503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8" name="Google Shape;26598;p52"/>
            <p:cNvSpPr/>
            <p:nvPr/>
          </p:nvSpPr>
          <p:spPr>
            <a:xfrm>
              <a:off x="43301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99" name="Google Shape;26599;p52"/>
            <p:cNvSpPr/>
            <p:nvPr/>
          </p:nvSpPr>
          <p:spPr>
            <a:xfrm>
              <a:off x="552519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0" name="Google Shape;26600;p52"/>
            <p:cNvSpPr/>
            <p:nvPr/>
          </p:nvSpPr>
          <p:spPr>
            <a:xfrm>
              <a:off x="672027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1" name="Google Shape;26601;p52"/>
            <p:cNvSpPr/>
            <p:nvPr/>
          </p:nvSpPr>
          <p:spPr>
            <a:xfrm>
              <a:off x="791536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2" name="Google Shape;26602;p52"/>
            <p:cNvSpPr/>
            <p:nvPr/>
          </p:nvSpPr>
          <p:spPr>
            <a:xfrm>
              <a:off x="91104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3" name="Google Shape;26603;p52"/>
            <p:cNvSpPr/>
            <p:nvPr/>
          </p:nvSpPr>
          <p:spPr>
            <a:xfrm>
              <a:off x="1030552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4" name="Google Shape;26604;p52"/>
            <p:cNvSpPr/>
            <p:nvPr/>
          </p:nvSpPr>
          <p:spPr>
            <a:xfrm>
              <a:off x="820125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5" name="Google Shape;26605;p52"/>
            <p:cNvSpPr/>
            <p:nvPr/>
          </p:nvSpPr>
          <p:spPr>
            <a:xfrm>
              <a:off x="8320767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6" name="Google Shape;26606;p52"/>
            <p:cNvSpPr/>
            <p:nvPr/>
          </p:nvSpPr>
          <p:spPr>
            <a:xfrm>
              <a:off x="844028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7" name="Google Shape;26607;p52"/>
            <p:cNvSpPr/>
            <p:nvPr/>
          </p:nvSpPr>
          <p:spPr>
            <a:xfrm>
              <a:off x="8559794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8" name="Google Shape;26608;p52"/>
            <p:cNvSpPr/>
            <p:nvPr/>
          </p:nvSpPr>
          <p:spPr>
            <a:xfrm>
              <a:off x="8679308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09" name="Google Shape;26609;p52"/>
            <p:cNvSpPr/>
            <p:nvPr/>
          </p:nvSpPr>
          <p:spPr>
            <a:xfrm>
              <a:off x="8798821" y="170717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0" name="Google Shape;26610;p52"/>
            <p:cNvSpPr/>
            <p:nvPr/>
          </p:nvSpPr>
          <p:spPr>
            <a:xfrm>
              <a:off x="313503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1" name="Google Shape;26611;p52"/>
            <p:cNvSpPr/>
            <p:nvPr/>
          </p:nvSpPr>
          <p:spPr>
            <a:xfrm>
              <a:off x="43301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2" name="Google Shape;26612;p52"/>
            <p:cNvSpPr/>
            <p:nvPr/>
          </p:nvSpPr>
          <p:spPr>
            <a:xfrm>
              <a:off x="552519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3" name="Google Shape;26613;p52"/>
            <p:cNvSpPr/>
            <p:nvPr/>
          </p:nvSpPr>
          <p:spPr>
            <a:xfrm>
              <a:off x="672027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4" name="Google Shape;26614;p52"/>
            <p:cNvSpPr/>
            <p:nvPr/>
          </p:nvSpPr>
          <p:spPr>
            <a:xfrm>
              <a:off x="791536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5" name="Google Shape;26615;p52"/>
            <p:cNvSpPr/>
            <p:nvPr/>
          </p:nvSpPr>
          <p:spPr>
            <a:xfrm>
              <a:off x="91104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6" name="Google Shape;26616;p52"/>
            <p:cNvSpPr/>
            <p:nvPr/>
          </p:nvSpPr>
          <p:spPr>
            <a:xfrm>
              <a:off x="1030552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7" name="Google Shape;26617;p52"/>
            <p:cNvSpPr/>
            <p:nvPr/>
          </p:nvSpPr>
          <p:spPr>
            <a:xfrm>
              <a:off x="820125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8" name="Google Shape;26618;p52"/>
            <p:cNvSpPr/>
            <p:nvPr/>
          </p:nvSpPr>
          <p:spPr>
            <a:xfrm>
              <a:off x="8320767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19" name="Google Shape;26619;p52"/>
            <p:cNvSpPr/>
            <p:nvPr/>
          </p:nvSpPr>
          <p:spPr>
            <a:xfrm>
              <a:off x="844028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0" name="Google Shape;26620;p52"/>
            <p:cNvSpPr/>
            <p:nvPr/>
          </p:nvSpPr>
          <p:spPr>
            <a:xfrm>
              <a:off x="8559794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1" name="Google Shape;26621;p52"/>
            <p:cNvSpPr/>
            <p:nvPr/>
          </p:nvSpPr>
          <p:spPr>
            <a:xfrm>
              <a:off x="8679308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2" name="Google Shape;26622;p52"/>
            <p:cNvSpPr/>
            <p:nvPr/>
          </p:nvSpPr>
          <p:spPr>
            <a:xfrm>
              <a:off x="8798821" y="181328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3" name="Google Shape;26623;p52"/>
            <p:cNvSpPr/>
            <p:nvPr/>
          </p:nvSpPr>
          <p:spPr>
            <a:xfrm>
              <a:off x="313503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4" name="Google Shape;26624;p52"/>
            <p:cNvSpPr/>
            <p:nvPr/>
          </p:nvSpPr>
          <p:spPr>
            <a:xfrm>
              <a:off x="43301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5" name="Google Shape;26625;p52"/>
            <p:cNvSpPr/>
            <p:nvPr/>
          </p:nvSpPr>
          <p:spPr>
            <a:xfrm>
              <a:off x="552519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6" name="Google Shape;26626;p52"/>
            <p:cNvSpPr/>
            <p:nvPr/>
          </p:nvSpPr>
          <p:spPr>
            <a:xfrm>
              <a:off x="672027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7" name="Google Shape;26627;p52"/>
            <p:cNvSpPr/>
            <p:nvPr/>
          </p:nvSpPr>
          <p:spPr>
            <a:xfrm>
              <a:off x="791536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8" name="Google Shape;26628;p52"/>
            <p:cNvSpPr/>
            <p:nvPr/>
          </p:nvSpPr>
          <p:spPr>
            <a:xfrm>
              <a:off x="91104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29" name="Google Shape;26629;p52"/>
            <p:cNvSpPr/>
            <p:nvPr/>
          </p:nvSpPr>
          <p:spPr>
            <a:xfrm>
              <a:off x="1030552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0" name="Google Shape;26630;p52"/>
            <p:cNvSpPr/>
            <p:nvPr/>
          </p:nvSpPr>
          <p:spPr>
            <a:xfrm>
              <a:off x="820125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1" name="Google Shape;26631;p52"/>
            <p:cNvSpPr/>
            <p:nvPr/>
          </p:nvSpPr>
          <p:spPr>
            <a:xfrm>
              <a:off x="8320767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2" name="Google Shape;26632;p52"/>
            <p:cNvSpPr/>
            <p:nvPr/>
          </p:nvSpPr>
          <p:spPr>
            <a:xfrm>
              <a:off x="844028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3" name="Google Shape;26633;p52"/>
            <p:cNvSpPr/>
            <p:nvPr/>
          </p:nvSpPr>
          <p:spPr>
            <a:xfrm>
              <a:off x="8559794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4" name="Google Shape;26634;p52"/>
            <p:cNvSpPr/>
            <p:nvPr/>
          </p:nvSpPr>
          <p:spPr>
            <a:xfrm>
              <a:off x="8679308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5" name="Google Shape;26635;p52"/>
            <p:cNvSpPr/>
            <p:nvPr/>
          </p:nvSpPr>
          <p:spPr>
            <a:xfrm>
              <a:off x="8798821" y="191939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6" name="Google Shape;26636;p52"/>
            <p:cNvSpPr/>
            <p:nvPr/>
          </p:nvSpPr>
          <p:spPr>
            <a:xfrm>
              <a:off x="313503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7" name="Google Shape;26637;p52"/>
            <p:cNvSpPr/>
            <p:nvPr/>
          </p:nvSpPr>
          <p:spPr>
            <a:xfrm>
              <a:off x="43301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8" name="Google Shape;26638;p52"/>
            <p:cNvSpPr/>
            <p:nvPr/>
          </p:nvSpPr>
          <p:spPr>
            <a:xfrm>
              <a:off x="552519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39" name="Google Shape;26639;p52"/>
            <p:cNvSpPr/>
            <p:nvPr/>
          </p:nvSpPr>
          <p:spPr>
            <a:xfrm>
              <a:off x="672027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0" name="Google Shape;26640;p52"/>
            <p:cNvSpPr/>
            <p:nvPr/>
          </p:nvSpPr>
          <p:spPr>
            <a:xfrm>
              <a:off x="791536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1" name="Google Shape;26641;p52"/>
            <p:cNvSpPr/>
            <p:nvPr/>
          </p:nvSpPr>
          <p:spPr>
            <a:xfrm>
              <a:off x="91104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2" name="Google Shape;26642;p52"/>
            <p:cNvSpPr/>
            <p:nvPr/>
          </p:nvSpPr>
          <p:spPr>
            <a:xfrm>
              <a:off x="1030552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3" name="Google Shape;26643;p52"/>
            <p:cNvSpPr/>
            <p:nvPr/>
          </p:nvSpPr>
          <p:spPr>
            <a:xfrm>
              <a:off x="820125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4" name="Google Shape;26644;p52"/>
            <p:cNvSpPr/>
            <p:nvPr/>
          </p:nvSpPr>
          <p:spPr>
            <a:xfrm>
              <a:off x="8320767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5" name="Google Shape;26645;p52"/>
            <p:cNvSpPr/>
            <p:nvPr/>
          </p:nvSpPr>
          <p:spPr>
            <a:xfrm>
              <a:off x="844028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6" name="Google Shape;26646;p52"/>
            <p:cNvSpPr/>
            <p:nvPr/>
          </p:nvSpPr>
          <p:spPr>
            <a:xfrm>
              <a:off x="8559794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7" name="Google Shape;26647;p52"/>
            <p:cNvSpPr/>
            <p:nvPr/>
          </p:nvSpPr>
          <p:spPr>
            <a:xfrm>
              <a:off x="8679308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8" name="Google Shape;26648;p52"/>
            <p:cNvSpPr/>
            <p:nvPr/>
          </p:nvSpPr>
          <p:spPr>
            <a:xfrm>
              <a:off x="8798821" y="202550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49" name="Google Shape;26649;p52"/>
            <p:cNvSpPr/>
            <p:nvPr/>
          </p:nvSpPr>
          <p:spPr>
            <a:xfrm>
              <a:off x="313503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0" name="Google Shape;26650;p52"/>
            <p:cNvSpPr/>
            <p:nvPr/>
          </p:nvSpPr>
          <p:spPr>
            <a:xfrm>
              <a:off x="43301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1" name="Google Shape;26651;p52"/>
            <p:cNvSpPr/>
            <p:nvPr/>
          </p:nvSpPr>
          <p:spPr>
            <a:xfrm>
              <a:off x="552519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2" name="Google Shape;26652;p52"/>
            <p:cNvSpPr/>
            <p:nvPr/>
          </p:nvSpPr>
          <p:spPr>
            <a:xfrm>
              <a:off x="672027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3" name="Google Shape;26653;p52"/>
            <p:cNvSpPr/>
            <p:nvPr/>
          </p:nvSpPr>
          <p:spPr>
            <a:xfrm>
              <a:off x="791536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4" name="Google Shape;26654;p52"/>
            <p:cNvSpPr/>
            <p:nvPr/>
          </p:nvSpPr>
          <p:spPr>
            <a:xfrm>
              <a:off x="91104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5" name="Google Shape;26655;p52"/>
            <p:cNvSpPr/>
            <p:nvPr/>
          </p:nvSpPr>
          <p:spPr>
            <a:xfrm>
              <a:off x="1030552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6" name="Google Shape;26656;p52"/>
            <p:cNvSpPr/>
            <p:nvPr/>
          </p:nvSpPr>
          <p:spPr>
            <a:xfrm>
              <a:off x="820125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7" name="Google Shape;26657;p52"/>
            <p:cNvSpPr/>
            <p:nvPr/>
          </p:nvSpPr>
          <p:spPr>
            <a:xfrm>
              <a:off x="8320767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8" name="Google Shape;26658;p52"/>
            <p:cNvSpPr/>
            <p:nvPr/>
          </p:nvSpPr>
          <p:spPr>
            <a:xfrm>
              <a:off x="844028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59" name="Google Shape;26659;p52"/>
            <p:cNvSpPr/>
            <p:nvPr/>
          </p:nvSpPr>
          <p:spPr>
            <a:xfrm>
              <a:off x="8559794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0" name="Google Shape;26660;p52"/>
            <p:cNvSpPr/>
            <p:nvPr/>
          </p:nvSpPr>
          <p:spPr>
            <a:xfrm>
              <a:off x="8679308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1" name="Google Shape;26661;p52"/>
            <p:cNvSpPr/>
            <p:nvPr/>
          </p:nvSpPr>
          <p:spPr>
            <a:xfrm>
              <a:off x="8798821" y="213160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2" name="Google Shape;26662;p52"/>
            <p:cNvSpPr/>
            <p:nvPr/>
          </p:nvSpPr>
          <p:spPr>
            <a:xfrm>
              <a:off x="313503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3" name="Google Shape;26663;p52"/>
            <p:cNvSpPr/>
            <p:nvPr/>
          </p:nvSpPr>
          <p:spPr>
            <a:xfrm>
              <a:off x="43301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4" name="Google Shape;26664;p52"/>
            <p:cNvSpPr/>
            <p:nvPr/>
          </p:nvSpPr>
          <p:spPr>
            <a:xfrm>
              <a:off x="552519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5" name="Google Shape;26665;p52"/>
            <p:cNvSpPr/>
            <p:nvPr/>
          </p:nvSpPr>
          <p:spPr>
            <a:xfrm>
              <a:off x="672027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6" name="Google Shape;26666;p52"/>
            <p:cNvSpPr/>
            <p:nvPr/>
          </p:nvSpPr>
          <p:spPr>
            <a:xfrm>
              <a:off x="791536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7" name="Google Shape;26667;p52"/>
            <p:cNvSpPr/>
            <p:nvPr/>
          </p:nvSpPr>
          <p:spPr>
            <a:xfrm>
              <a:off x="91104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8" name="Google Shape;26668;p52"/>
            <p:cNvSpPr/>
            <p:nvPr/>
          </p:nvSpPr>
          <p:spPr>
            <a:xfrm>
              <a:off x="1030552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69" name="Google Shape;26669;p52"/>
            <p:cNvSpPr/>
            <p:nvPr/>
          </p:nvSpPr>
          <p:spPr>
            <a:xfrm>
              <a:off x="820125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0" name="Google Shape;26670;p52"/>
            <p:cNvSpPr/>
            <p:nvPr/>
          </p:nvSpPr>
          <p:spPr>
            <a:xfrm>
              <a:off x="8320767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1" name="Google Shape;26671;p52"/>
            <p:cNvSpPr/>
            <p:nvPr/>
          </p:nvSpPr>
          <p:spPr>
            <a:xfrm>
              <a:off x="844028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2" name="Google Shape;26672;p52"/>
            <p:cNvSpPr/>
            <p:nvPr/>
          </p:nvSpPr>
          <p:spPr>
            <a:xfrm>
              <a:off x="8559794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3" name="Google Shape;26673;p52"/>
            <p:cNvSpPr/>
            <p:nvPr/>
          </p:nvSpPr>
          <p:spPr>
            <a:xfrm>
              <a:off x="8679308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4" name="Google Shape;26674;p52"/>
            <p:cNvSpPr/>
            <p:nvPr/>
          </p:nvSpPr>
          <p:spPr>
            <a:xfrm>
              <a:off x="8798821" y="223771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5" name="Google Shape;26675;p52"/>
            <p:cNvSpPr/>
            <p:nvPr/>
          </p:nvSpPr>
          <p:spPr>
            <a:xfrm>
              <a:off x="313503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6" name="Google Shape;26676;p52"/>
            <p:cNvSpPr/>
            <p:nvPr/>
          </p:nvSpPr>
          <p:spPr>
            <a:xfrm>
              <a:off x="43301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7" name="Google Shape;26677;p52"/>
            <p:cNvSpPr/>
            <p:nvPr/>
          </p:nvSpPr>
          <p:spPr>
            <a:xfrm>
              <a:off x="552519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8" name="Google Shape;26678;p52"/>
            <p:cNvSpPr/>
            <p:nvPr/>
          </p:nvSpPr>
          <p:spPr>
            <a:xfrm>
              <a:off x="672027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79" name="Google Shape;26679;p52"/>
            <p:cNvSpPr/>
            <p:nvPr/>
          </p:nvSpPr>
          <p:spPr>
            <a:xfrm>
              <a:off x="791536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0" name="Google Shape;26680;p52"/>
            <p:cNvSpPr/>
            <p:nvPr/>
          </p:nvSpPr>
          <p:spPr>
            <a:xfrm>
              <a:off x="91104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1" name="Google Shape;26681;p52"/>
            <p:cNvSpPr/>
            <p:nvPr/>
          </p:nvSpPr>
          <p:spPr>
            <a:xfrm>
              <a:off x="1030552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2" name="Google Shape;26682;p52"/>
            <p:cNvSpPr/>
            <p:nvPr/>
          </p:nvSpPr>
          <p:spPr>
            <a:xfrm>
              <a:off x="820125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3" name="Google Shape;26683;p52"/>
            <p:cNvSpPr/>
            <p:nvPr/>
          </p:nvSpPr>
          <p:spPr>
            <a:xfrm>
              <a:off x="8320767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4" name="Google Shape;26684;p52"/>
            <p:cNvSpPr/>
            <p:nvPr/>
          </p:nvSpPr>
          <p:spPr>
            <a:xfrm>
              <a:off x="844028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5" name="Google Shape;26685;p52"/>
            <p:cNvSpPr/>
            <p:nvPr/>
          </p:nvSpPr>
          <p:spPr>
            <a:xfrm>
              <a:off x="8559794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6" name="Google Shape;26686;p52"/>
            <p:cNvSpPr/>
            <p:nvPr/>
          </p:nvSpPr>
          <p:spPr>
            <a:xfrm>
              <a:off x="8679308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7" name="Google Shape;26687;p52"/>
            <p:cNvSpPr/>
            <p:nvPr/>
          </p:nvSpPr>
          <p:spPr>
            <a:xfrm>
              <a:off x="8798821" y="234382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8" name="Google Shape;26688;p52"/>
            <p:cNvSpPr/>
            <p:nvPr/>
          </p:nvSpPr>
          <p:spPr>
            <a:xfrm>
              <a:off x="313503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89" name="Google Shape;26689;p52"/>
            <p:cNvSpPr/>
            <p:nvPr/>
          </p:nvSpPr>
          <p:spPr>
            <a:xfrm>
              <a:off x="43301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0" name="Google Shape;26690;p52"/>
            <p:cNvSpPr/>
            <p:nvPr/>
          </p:nvSpPr>
          <p:spPr>
            <a:xfrm>
              <a:off x="552519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1" name="Google Shape;26691;p52"/>
            <p:cNvSpPr/>
            <p:nvPr/>
          </p:nvSpPr>
          <p:spPr>
            <a:xfrm>
              <a:off x="672027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2" name="Google Shape;26692;p52"/>
            <p:cNvSpPr/>
            <p:nvPr/>
          </p:nvSpPr>
          <p:spPr>
            <a:xfrm>
              <a:off x="791536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3" name="Google Shape;26693;p52"/>
            <p:cNvSpPr/>
            <p:nvPr/>
          </p:nvSpPr>
          <p:spPr>
            <a:xfrm>
              <a:off x="91104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4" name="Google Shape;26694;p52"/>
            <p:cNvSpPr/>
            <p:nvPr/>
          </p:nvSpPr>
          <p:spPr>
            <a:xfrm>
              <a:off x="1030552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5" name="Google Shape;26695;p52"/>
            <p:cNvSpPr/>
            <p:nvPr/>
          </p:nvSpPr>
          <p:spPr>
            <a:xfrm>
              <a:off x="820125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6" name="Google Shape;26696;p52"/>
            <p:cNvSpPr/>
            <p:nvPr/>
          </p:nvSpPr>
          <p:spPr>
            <a:xfrm>
              <a:off x="8320767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7" name="Google Shape;26697;p52"/>
            <p:cNvSpPr/>
            <p:nvPr/>
          </p:nvSpPr>
          <p:spPr>
            <a:xfrm>
              <a:off x="844028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8" name="Google Shape;26698;p52"/>
            <p:cNvSpPr/>
            <p:nvPr/>
          </p:nvSpPr>
          <p:spPr>
            <a:xfrm>
              <a:off x="8559794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99" name="Google Shape;26699;p52"/>
            <p:cNvSpPr/>
            <p:nvPr/>
          </p:nvSpPr>
          <p:spPr>
            <a:xfrm>
              <a:off x="8679308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0" name="Google Shape;26700;p52"/>
            <p:cNvSpPr/>
            <p:nvPr/>
          </p:nvSpPr>
          <p:spPr>
            <a:xfrm>
              <a:off x="8798821" y="244992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1" name="Google Shape;26701;p52"/>
            <p:cNvSpPr/>
            <p:nvPr/>
          </p:nvSpPr>
          <p:spPr>
            <a:xfrm>
              <a:off x="313503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2" name="Google Shape;26702;p52"/>
            <p:cNvSpPr/>
            <p:nvPr/>
          </p:nvSpPr>
          <p:spPr>
            <a:xfrm>
              <a:off x="43301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3" name="Google Shape;26703;p52"/>
            <p:cNvSpPr/>
            <p:nvPr/>
          </p:nvSpPr>
          <p:spPr>
            <a:xfrm>
              <a:off x="552519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4" name="Google Shape;26704;p52"/>
            <p:cNvSpPr/>
            <p:nvPr/>
          </p:nvSpPr>
          <p:spPr>
            <a:xfrm>
              <a:off x="672027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5" name="Google Shape;26705;p52"/>
            <p:cNvSpPr/>
            <p:nvPr/>
          </p:nvSpPr>
          <p:spPr>
            <a:xfrm>
              <a:off x="791536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6" name="Google Shape;26706;p52"/>
            <p:cNvSpPr/>
            <p:nvPr/>
          </p:nvSpPr>
          <p:spPr>
            <a:xfrm>
              <a:off x="91104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7" name="Google Shape;26707;p52"/>
            <p:cNvSpPr/>
            <p:nvPr/>
          </p:nvSpPr>
          <p:spPr>
            <a:xfrm>
              <a:off x="1030552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8" name="Google Shape;26708;p52"/>
            <p:cNvSpPr/>
            <p:nvPr/>
          </p:nvSpPr>
          <p:spPr>
            <a:xfrm>
              <a:off x="820125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09" name="Google Shape;26709;p52"/>
            <p:cNvSpPr/>
            <p:nvPr/>
          </p:nvSpPr>
          <p:spPr>
            <a:xfrm>
              <a:off x="8320767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0" name="Google Shape;26710;p52"/>
            <p:cNvSpPr/>
            <p:nvPr/>
          </p:nvSpPr>
          <p:spPr>
            <a:xfrm>
              <a:off x="844028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1" name="Google Shape;26711;p52"/>
            <p:cNvSpPr/>
            <p:nvPr/>
          </p:nvSpPr>
          <p:spPr>
            <a:xfrm>
              <a:off x="8559794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2" name="Google Shape;26712;p52"/>
            <p:cNvSpPr/>
            <p:nvPr/>
          </p:nvSpPr>
          <p:spPr>
            <a:xfrm>
              <a:off x="8679308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3" name="Google Shape;26713;p52"/>
            <p:cNvSpPr/>
            <p:nvPr/>
          </p:nvSpPr>
          <p:spPr>
            <a:xfrm>
              <a:off x="8798821" y="255603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4" name="Google Shape;26714;p52"/>
            <p:cNvSpPr/>
            <p:nvPr/>
          </p:nvSpPr>
          <p:spPr>
            <a:xfrm>
              <a:off x="313503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5" name="Google Shape;26715;p52"/>
            <p:cNvSpPr/>
            <p:nvPr/>
          </p:nvSpPr>
          <p:spPr>
            <a:xfrm>
              <a:off x="43301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6" name="Google Shape;26716;p52"/>
            <p:cNvSpPr/>
            <p:nvPr/>
          </p:nvSpPr>
          <p:spPr>
            <a:xfrm>
              <a:off x="552519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7" name="Google Shape;26717;p52"/>
            <p:cNvSpPr/>
            <p:nvPr/>
          </p:nvSpPr>
          <p:spPr>
            <a:xfrm>
              <a:off x="672027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8" name="Google Shape;26718;p52"/>
            <p:cNvSpPr/>
            <p:nvPr/>
          </p:nvSpPr>
          <p:spPr>
            <a:xfrm>
              <a:off x="791536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19" name="Google Shape;26719;p52"/>
            <p:cNvSpPr/>
            <p:nvPr/>
          </p:nvSpPr>
          <p:spPr>
            <a:xfrm>
              <a:off x="91104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0" name="Google Shape;26720;p52"/>
            <p:cNvSpPr/>
            <p:nvPr/>
          </p:nvSpPr>
          <p:spPr>
            <a:xfrm>
              <a:off x="1030552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1" name="Google Shape;26721;p52"/>
            <p:cNvSpPr/>
            <p:nvPr/>
          </p:nvSpPr>
          <p:spPr>
            <a:xfrm>
              <a:off x="820125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2" name="Google Shape;26722;p52"/>
            <p:cNvSpPr/>
            <p:nvPr/>
          </p:nvSpPr>
          <p:spPr>
            <a:xfrm>
              <a:off x="8320767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3" name="Google Shape;26723;p52"/>
            <p:cNvSpPr/>
            <p:nvPr/>
          </p:nvSpPr>
          <p:spPr>
            <a:xfrm>
              <a:off x="844028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4" name="Google Shape;26724;p52"/>
            <p:cNvSpPr/>
            <p:nvPr/>
          </p:nvSpPr>
          <p:spPr>
            <a:xfrm>
              <a:off x="8559794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5" name="Google Shape;26725;p52"/>
            <p:cNvSpPr/>
            <p:nvPr/>
          </p:nvSpPr>
          <p:spPr>
            <a:xfrm>
              <a:off x="8679308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6" name="Google Shape;26726;p52"/>
            <p:cNvSpPr/>
            <p:nvPr/>
          </p:nvSpPr>
          <p:spPr>
            <a:xfrm>
              <a:off x="8798821" y="266214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7" name="Google Shape;26727;p52"/>
            <p:cNvSpPr/>
            <p:nvPr/>
          </p:nvSpPr>
          <p:spPr>
            <a:xfrm>
              <a:off x="313503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8" name="Google Shape;26728;p52"/>
            <p:cNvSpPr/>
            <p:nvPr/>
          </p:nvSpPr>
          <p:spPr>
            <a:xfrm>
              <a:off x="43301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29" name="Google Shape;26729;p52"/>
            <p:cNvSpPr/>
            <p:nvPr/>
          </p:nvSpPr>
          <p:spPr>
            <a:xfrm>
              <a:off x="552519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0" name="Google Shape;26730;p52"/>
            <p:cNvSpPr/>
            <p:nvPr/>
          </p:nvSpPr>
          <p:spPr>
            <a:xfrm>
              <a:off x="672027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1" name="Google Shape;26731;p52"/>
            <p:cNvSpPr/>
            <p:nvPr/>
          </p:nvSpPr>
          <p:spPr>
            <a:xfrm>
              <a:off x="791536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2" name="Google Shape;26732;p52"/>
            <p:cNvSpPr/>
            <p:nvPr/>
          </p:nvSpPr>
          <p:spPr>
            <a:xfrm>
              <a:off x="91104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3" name="Google Shape;26733;p52"/>
            <p:cNvSpPr/>
            <p:nvPr/>
          </p:nvSpPr>
          <p:spPr>
            <a:xfrm>
              <a:off x="1030552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4" name="Google Shape;26734;p52"/>
            <p:cNvSpPr/>
            <p:nvPr/>
          </p:nvSpPr>
          <p:spPr>
            <a:xfrm>
              <a:off x="820125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5" name="Google Shape;26735;p52"/>
            <p:cNvSpPr/>
            <p:nvPr/>
          </p:nvSpPr>
          <p:spPr>
            <a:xfrm>
              <a:off x="8320767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6" name="Google Shape;26736;p52"/>
            <p:cNvSpPr/>
            <p:nvPr/>
          </p:nvSpPr>
          <p:spPr>
            <a:xfrm>
              <a:off x="844028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7" name="Google Shape;26737;p52"/>
            <p:cNvSpPr/>
            <p:nvPr/>
          </p:nvSpPr>
          <p:spPr>
            <a:xfrm>
              <a:off x="8559794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8" name="Google Shape;26738;p52"/>
            <p:cNvSpPr/>
            <p:nvPr/>
          </p:nvSpPr>
          <p:spPr>
            <a:xfrm>
              <a:off x="8679308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39" name="Google Shape;26739;p52"/>
            <p:cNvSpPr/>
            <p:nvPr/>
          </p:nvSpPr>
          <p:spPr>
            <a:xfrm>
              <a:off x="8798821" y="276824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0" name="Google Shape;26740;p52"/>
            <p:cNvSpPr/>
            <p:nvPr/>
          </p:nvSpPr>
          <p:spPr>
            <a:xfrm>
              <a:off x="313503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1" name="Google Shape;26741;p52"/>
            <p:cNvSpPr/>
            <p:nvPr/>
          </p:nvSpPr>
          <p:spPr>
            <a:xfrm>
              <a:off x="43301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2" name="Google Shape;26742;p52"/>
            <p:cNvSpPr/>
            <p:nvPr/>
          </p:nvSpPr>
          <p:spPr>
            <a:xfrm>
              <a:off x="552519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3" name="Google Shape;26743;p52"/>
            <p:cNvSpPr/>
            <p:nvPr/>
          </p:nvSpPr>
          <p:spPr>
            <a:xfrm>
              <a:off x="672027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4" name="Google Shape;26744;p52"/>
            <p:cNvSpPr/>
            <p:nvPr/>
          </p:nvSpPr>
          <p:spPr>
            <a:xfrm>
              <a:off x="791536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5" name="Google Shape;26745;p52"/>
            <p:cNvSpPr/>
            <p:nvPr/>
          </p:nvSpPr>
          <p:spPr>
            <a:xfrm>
              <a:off x="91104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6" name="Google Shape;26746;p52"/>
            <p:cNvSpPr/>
            <p:nvPr/>
          </p:nvSpPr>
          <p:spPr>
            <a:xfrm>
              <a:off x="1030552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7" name="Google Shape;26747;p52"/>
            <p:cNvSpPr/>
            <p:nvPr/>
          </p:nvSpPr>
          <p:spPr>
            <a:xfrm>
              <a:off x="820125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8" name="Google Shape;26748;p52"/>
            <p:cNvSpPr/>
            <p:nvPr/>
          </p:nvSpPr>
          <p:spPr>
            <a:xfrm>
              <a:off x="8320767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49" name="Google Shape;26749;p52"/>
            <p:cNvSpPr/>
            <p:nvPr/>
          </p:nvSpPr>
          <p:spPr>
            <a:xfrm>
              <a:off x="844028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0" name="Google Shape;26750;p52"/>
            <p:cNvSpPr/>
            <p:nvPr/>
          </p:nvSpPr>
          <p:spPr>
            <a:xfrm>
              <a:off x="8559794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1" name="Google Shape;26751;p52"/>
            <p:cNvSpPr/>
            <p:nvPr/>
          </p:nvSpPr>
          <p:spPr>
            <a:xfrm>
              <a:off x="8679308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2" name="Google Shape;26752;p52"/>
            <p:cNvSpPr/>
            <p:nvPr/>
          </p:nvSpPr>
          <p:spPr>
            <a:xfrm>
              <a:off x="8798821" y="287435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3" name="Google Shape;26753;p52"/>
            <p:cNvSpPr/>
            <p:nvPr/>
          </p:nvSpPr>
          <p:spPr>
            <a:xfrm>
              <a:off x="313503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4" name="Google Shape;26754;p52"/>
            <p:cNvSpPr/>
            <p:nvPr/>
          </p:nvSpPr>
          <p:spPr>
            <a:xfrm>
              <a:off x="43301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5" name="Google Shape;26755;p52"/>
            <p:cNvSpPr/>
            <p:nvPr/>
          </p:nvSpPr>
          <p:spPr>
            <a:xfrm>
              <a:off x="552519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6" name="Google Shape;26756;p52"/>
            <p:cNvSpPr/>
            <p:nvPr/>
          </p:nvSpPr>
          <p:spPr>
            <a:xfrm>
              <a:off x="672027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7" name="Google Shape;26757;p52"/>
            <p:cNvSpPr/>
            <p:nvPr/>
          </p:nvSpPr>
          <p:spPr>
            <a:xfrm>
              <a:off x="791536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8" name="Google Shape;26758;p52"/>
            <p:cNvSpPr/>
            <p:nvPr/>
          </p:nvSpPr>
          <p:spPr>
            <a:xfrm>
              <a:off x="91104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59" name="Google Shape;26759;p52"/>
            <p:cNvSpPr/>
            <p:nvPr/>
          </p:nvSpPr>
          <p:spPr>
            <a:xfrm>
              <a:off x="1030552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0" name="Google Shape;26760;p52"/>
            <p:cNvSpPr/>
            <p:nvPr/>
          </p:nvSpPr>
          <p:spPr>
            <a:xfrm>
              <a:off x="820125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1" name="Google Shape;26761;p52"/>
            <p:cNvSpPr/>
            <p:nvPr/>
          </p:nvSpPr>
          <p:spPr>
            <a:xfrm>
              <a:off x="8320767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2" name="Google Shape;26762;p52"/>
            <p:cNvSpPr/>
            <p:nvPr/>
          </p:nvSpPr>
          <p:spPr>
            <a:xfrm>
              <a:off x="844028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3" name="Google Shape;26763;p52"/>
            <p:cNvSpPr/>
            <p:nvPr/>
          </p:nvSpPr>
          <p:spPr>
            <a:xfrm>
              <a:off x="8559794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4" name="Google Shape;26764;p52"/>
            <p:cNvSpPr/>
            <p:nvPr/>
          </p:nvSpPr>
          <p:spPr>
            <a:xfrm>
              <a:off x="8679308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5" name="Google Shape;26765;p52"/>
            <p:cNvSpPr/>
            <p:nvPr/>
          </p:nvSpPr>
          <p:spPr>
            <a:xfrm>
              <a:off x="8798821" y="298046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6" name="Google Shape;26766;p52"/>
            <p:cNvSpPr/>
            <p:nvPr/>
          </p:nvSpPr>
          <p:spPr>
            <a:xfrm>
              <a:off x="313503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7" name="Google Shape;26767;p52"/>
            <p:cNvSpPr/>
            <p:nvPr/>
          </p:nvSpPr>
          <p:spPr>
            <a:xfrm>
              <a:off x="43301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8" name="Google Shape;26768;p52"/>
            <p:cNvSpPr/>
            <p:nvPr/>
          </p:nvSpPr>
          <p:spPr>
            <a:xfrm>
              <a:off x="552519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69" name="Google Shape;26769;p52"/>
            <p:cNvSpPr/>
            <p:nvPr/>
          </p:nvSpPr>
          <p:spPr>
            <a:xfrm>
              <a:off x="672027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0" name="Google Shape;26770;p52"/>
            <p:cNvSpPr/>
            <p:nvPr/>
          </p:nvSpPr>
          <p:spPr>
            <a:xfrm>
              <a:off x="791536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1" name="Google Shape;26771;p52"/>
            <p:cNvSpPr/>
            <p:nvPr/>
          </p:nvSpPr>
          <p:spPr>
            <a:xfrm>
              <a:off x="91104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2" name="Google Shape;26772;p52"/>
            <p:cNvSpPr/>
            <p:nvPr/>
          </p:nvSpPr>
          <p:spPr>
            <a:xfrm>
              <a:off x="1030552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3" name="Google Shape;26773;p52"/>
            <p:cNvSpPr/>
            <p:nvPr/>
          </p:nvSpPr>
          <p:spPr>
            <a:xfrm>
              <a:off x="820125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4" name="Google Shape;26774;p52"/>
            <p:cNvSpPr/>
            <p:nvPr/>
          </p:nvSpPr>
          <p:spPr>
            <a:xfrm>
              <a:off x="8320767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5" name="Google Shape;26775;p52"/>
            <p:cNvSpPr/>
            <p:nvPr/>
          </p:nvSpPr>
          <p:spPr>
            <a:xfrm>
              <a:off x="844028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6" name="Google Shape;26776;p52"/>
            <p:cNvSpPr/>
            <p:nvPr/>
          </p:nvSpPr>
          <p:spPr>
            <a:xfrm>
              <a:off x="8559794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7" name="Google Shape;26777;p52"/>
            <p:cNvSpPr/>
            <p:nvPr/>
          </p:nvSpPr>
          <p:spPr>
            <a:xfrm>
              <a:off x="8679308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8" name="Google Shape;26778;p52"/>
            <p:cNvSpPr/>
            <p:nvPr/>
          </p:nvSpPr>
          <p:spPr>
            <a:xfrm>
              <a:off x="8798821" y="308657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79" name="Google Shape;26779;p52"/>
            <p:cNvSpPr/>
            <p:nvPr/>
          </p:nvSpPr>
          <p:spPr>
            <a:xfrm>
              <a:off x="313503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0" name="Google Shape;26780;p52"/>
            <p:cNvSpPr/>
            <p:nvPr/>
          </p:nvSpPr>
          <p:spPr>
            <a:xfrm>
              <a:off x="43301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1" name="Google Shape;26781;p52"/>
            <p:cNvSpPr/>
            <p:nvPr/>
          </p:nvSpPr>
          <p:spPr>
            <a:xfrm>
              <a:off x="552519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2" name="Google Shape;26782;p52"/>
            <p:cNvSpPr/>
            <p:nvPr/>
          </p:nvSpPr>
          <p:spPr>
            <a:xfrm>
              <a:off x="672027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3" name="Google Shape;26783;p52"/>
            <p:cNvSpPr/>
            <p:nvPr/>
          </p:nvSpPr>
          <p:spPr>
            <a:xfrm>
              <a:off x="791536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4" name="Google Shape;26784;p52"/>
            <p:cNvSpPr/>
            <p:nvPr/>
          </p:nvSpPr>
          <p:spPr>
            <a:xfrm>
              <a:off x="91104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5" name="Google Shape;26785;p52"/>
            <p:cNvSpPr/>
            <p:nvPr/>
          </p:nvSpPr>
          <p:spPr>
            <a:xfrm>
              <a:off x="1030552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6" name="Google Shape;26786;p52"/>
            <p:cNvSpPr/>
            <p:nvPr/>
          </p:nvSpPr>
          <p:spPr>
            <a:xfrm>
              <a:off x="820125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7" name="Google Shape;26787;p52"/>
            <p:cNvSpPr/>
            <p:nvPr/>
          </p:nvSpPr>
          <p:spPr>
            <a:xfrm>
              <a:off x="8320767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8" name="Google Shape;26788;p52"/>
            <p:cNvSpPr/>
            <p:nvPr/>
          </p:nvSpPr>
          <p:spPr>
            <a:xfrm>
              <a:off x="844028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89" name="Google Shape;26789;p52"/>
            <p:cNvSpPr/>
            <p:nvPr/>
          </p:nvSpPr>
          <p:spPr>
            <a:xfrm>
              <a:off x="8559794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0" name="Google Shape;26790;p52"/>
            <p:cNvSpPr/>
            <p:nvPr/>
          </p:nvSpPr>
          <p:spPr>
            <a:xfrm>
              <a:off x="8679308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1" name="Google Shape;26791;p52"/>
            <p:cNvSpPr/>
            <p:nvPr/>
          </p:nvSpPr>
          <p:spPr>
            <a:xfrm>
              <a:off x="8798821" y="319267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2" name="Google Shape;26792;p52"/>
            <p:cNvSpPr/>
            <p:nvPr/>
          </p:nvSpPr>
          <p:spPr>
            <a:xfrm>
              <a:off x="313503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3" name="Google Shape;26793;p52"/>
            <p:cNvSpPr/>
            <p:nvPr/>
          </p:nvSpPr>
          <p:spPr>
            <a:xfrm>
              <a:off x="43301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4" name="Google Shape;26794;p52"/>
            <p:cNvSpPr/>
            <p:nvPr/>
          </p:nvSpPr>
          <p:spPr>
            <a:xfrm>
              <a:off x="552519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5" name="Google Shape;26795;p52"/>
            <p:cNvSpPr/>
            <p:nvPr/>
          </p:nvSpPr>
          <p:spPr>
            <a:xfrm>
              <a:off x="672027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6" name="Google Shape;26796;p52"/>
            <p:cNvSpPr/>
            <p:nvPr/>
          </p:nvSpPr>
          <p:spPr>
            <a:xfrm>
              <a:off x="791536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7" name="Google Shape;26797;p52"/>
            <p:cNvSpPr/>
            <p:nvPr/>
          </p:nvSpPr>
          <p:spPr>
            <a:xfrm>
              <a:off x="91104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8" name="Google Shape;26798;p52"/>
            <p:cNvSpPr/>
            <p:nvPr/>
          </p:nvSpPr>
          <p:spPr>
            <a:xfrm>
              <a:off x="1030552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99" name="Google Shape;26799;p52"/>
            <p:cNvSpPr/>
            <p:nvPr/>
          </p:nvSpPr>
          <p:spPr>
            <a:xfrm>
              <a:off x="820125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0" name="Google Shape;26800;p52"/>
            <p:cNvSpPr/>
            <p:nvPr/>
          </p:nvSpPr>
          <p:spPr>
            <a:xfrm>
              <a:off x="8320767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1" name="Google Shape;26801;p52"/>
            <p:cNvSpPr/>
            <p:nvPr/>
          </p:nvSpPr>
          <p:spPr>
            <a:xfrm>
              <a:off x="844028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2" name="Google Shape;26802;p52"/>
            <p:cNvSpPr/>
            <p:nvPr/>
          </p:nvSpPr>
          <p:spPr>
            <a:xfrm>
              <a:off x="8559794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3" name="Google Shape;26803;p52"/>
            <p:cNvSpPr/>
            <p:nvPr/>
          </p:nvSpPr>
          <p:spPr>
            <a:xfrm>
              <a:off x="8679308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4" name="Google Shape;26804;p52"/>
            <p:cNvSpPr/>
            <p:nvPr/>
          </p:nvSpPr>
          <p:spPr>
            <a:xfrm>
              <a:off x="8798821" y="329878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5" name="Google Shape;26805;p52"/>
            <p:cNvSpPr/>
            <p:nvPr/>
          </p:nvSpPr>
          <p:spPr>
            <a:xfrm>
              <a:off x="313503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6" name="Google Shape;26806;p52"/>
            <p:cNvSpPr/>
            <p:nvPr/>
          </p:nvSpPr>
          <p:spPr>
            <a:xfrm>
              <a:off x="43301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7" name="Google Shape;26807;p52"/>
            <p:cNvSpPr/>
            <p:nvPr/>
          </p:nvSpPr>
          <p:spPr>
            <a:xfrm>
              <a:off x="552519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8" name="Google Shape;26808;p52"/>
            <p:cNvSpPr/>
            <p:nvPr/>
          </p:nvSpPr>
          <p:spPr>
            <a:xfrm>
              <a:off x="672027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09" name="Google Shape;26809;p52"/>
            <p:cNvSpPr/>
            <p:nvPr/>
          </p:nvSpPr>
          <p:spPr>
            <a:xfrm>
              <a:off x="791536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0" name="Google Shape;26810;p52"/>
            <p:cNvSpPr/>
            <p:nvPr/>
          </p:nvSpPr>
          <p:spPr>
            <a:xfrm>
              <a:off x="91104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1" name="Google Shape;26811;p52"/>
            <p:cNvSpPr/>
            <p:nvPr/>
          </p:nvSpPr>
          <p:spPr>
            <a:xfrm>
              <a:off x="1030552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2" name="Google Shape;26812;p52"/>
            <p:cNvSpPr/>
            <p:nvPr/>
          </p:nvSpPr>
          <p:spPr>
            <a:xfrm>
              <a:off x="820125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3" name="Google Shape;26813;p52"/>
            <p:cNvSpPr/>
            <p:nvPr/>
          </p:nvSpPr>
          <p:spPr>
            <a:xfrm>
              <a:off x="8320767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4" name="Google Shape;26814;p52"/>
            <p:cNvSpPr/>
            <p:nvPr/>
          </p:nvSpPr>
          <p:spPr>
            <a:xfrm>
              <a:off x="844028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5" name="Google Shape;26815;p52"/>
            <p:cNvSpPr/>
            <p:nvPr/>
          </p:nvSpPr>
          <p:spPr>
            <a:xfrm>
              <a:off x="8559794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6" name="Google Shape;26816;p52"/>
            <p:cNvSpPr/>
            <p:nvPr/>
          </p:nvSpPr>
          <p:spPr>
            <a:xfrm>
              <a:off x="8679308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7" name="Google Shape;26817;p52"/>
            <p:cNvSpPr/>
            <p:nvPr/>
          </p:nvSpPr>
          <p:spPr>
            <a:xfrm>
              <a:off x="8798821" y="340489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8" name="Google Shape;26818;p52"/>
            <p:cNvSpPr/>
            <p:nvPr/>
          </p:nvSpPr>
          <p:spPr>
            <a:xfrm>
              <a:off x="313503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19" name="Google Shape;26819;p52"/>
            <p:cNvSpPr/>
            <p:nvPr/>
          </p:nvSpPr>
          <p:spPr>
            <a:xfrm>
              <a:off x="43301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0" name="Google Shape;26820;p52"/>
            <p:cNvSpPr/>
            <p:nvPr/>
          </p:nvSpPr>
          <p:spPr>
            <a:xfrm>
              <a:off x="552519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1" name="Google Shape;26821;p52"/>
            <p:cNvSpPr/>
            <p:nvPr/>
          </p:nvSpPr>
          <p:spPr>
            <a:xfrm>
              <a:off x="672027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2" name="Google Shape;26822;p52"/>
            <p:cNvSpPr/>
            <p:nvPr/>
          </p:nvSpPr>
          <p:spPr>
            <a:xfrm>
              <a:off x="791536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3" name="Google Shape;26823;p52"/>
            <p:cNvSpPr/>
            <p:nvPr/>
          </p:nvSpPr>
          <p:spPr>
            <a:xfrm>
              <a:off x="91104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4" name="Google Shape;26824;p52"/>
            <p:cNvSpPr/>
            <p:nvPr/>
          </p:nvSpPr>
          <p:spPr>
            <a:xfrm>
              <a:off x="1030552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5" name="Google Shape;26825;p52"/>
            <p:cNvSpPr/>
            <p:nvPr/>
          </p:nvSpPr>
          <p:spPr>
            <a:xfrm>
              <a:off x="820125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6" name="Google Shape;26826;p52"/>
            <p:cNvSpPr/>
            <p:nvPr/>
          </p:nvSpPr>
          <p:spPr>
            <a:xfrm>
              <a:off x="8320767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7" name="Google Shape;26827;p52"/>
            <p:cNvSpPr/>
            <p:nvPr/>
          </p:nvSpPr>
          <p:spPr>
            <a:xfrm>
              <a:off x="844028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8" name="Google Shape;26828;p52"/>
            <p:cNvSpPr/>
            <p:nvPr/>
          </p:nvSpPr>
          <p:spPr>
            <a:xfrm>
              <a:off x="8559794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29" name="Google Shape;26829;p52"/>
            <p:cNvSpPr/>
            <p:nvPr/>
          </p:nvSpPr>
          <p:spPr>
            <a:xfrm>
              <a:off x="8679308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0" name="Google Shape;26830;p52"/>
            <p:cNvSpPr/>
            <p:nvPr/>
          </p:nvSpPr>
          <p:spPr>
            <a:xfrm>
              <a:off x="8798821" y="3510998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1" name="Google Shape;26831;p52"/>
            <p:cNvSpPr/>
            <p:nvPr/>
          </p:nvSpPr>
          <p:spPr>
            <a:xfrm>
              <a:off x="313503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2" name="Google Shape;26832;p52"/>
            <p:cNvSpPr/>
            <p:nvPr/>
          </p:nvSpPr>
          <p:spPr>
            <a:xfrm>
              <a:off x="43301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3" name="Google Shape;26833;p52"/>
            <p:cNvSpPr/>
            <p:nvPr/>
          </p:nvSpPr>
          <p:spPr>
            <a:xfrm>
              <a:off x="552519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4" name="Google Shape;26834;p52"/>
            <p:cNvSpPr/>
            <p:nvPr/>
          </p:nvSpPr>
          <p:spPr>
            <a:xfrm>
              <a:off x="672027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5" name="Google Shape;26835;p52"/>
            <p:cNvSpPr/>
            <p:nvPr/>
          </p:nvSpPr>
          <p:spPr>
            <a:xfrm>
              <a:off x="791536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6" name="Google Shape;26836;p52"/>
            <p:cNvSpPr/>
            <p:nvPr/>
          </p:nvSpPr>
          <p:spPr>
            <a:xfrm>
              <a:off x="91104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7" name="Google Shape;26837;p52"/>
            <p:cNvSpPr/>
            <p:nvPr/>
          </p:nvSpPr>
          <p:spPr>
            <a:xfrm>
              <a:off x="1030552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8" name="Google Shape;26838;p52"/>
            <p:cNvSpPr/>
            <p:nvPr/>
          </p:nvSpPr>
          <p:spPr>
            <a:xfrm>
              <a:off x="820125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39" name="Google Shape;26839;p52"/>
            <p:cNvSpPr/>
            <p:nvPr/>
          </p:nvSpPr>
          <p:spPr>
            <a:xfrm>
              <a:off x="8320767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0" name="Google Shape;26840;p52"/>
            <p:cNvSpPr/>
            <p:nvPr/>
          </p:nvSpPr>
          <p:spPr>
            <a:xfrm>
              <a:off x="844028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1" name="Google Shape;26841;p52"/>
            <p:cNvSpPr/>
            <p:nvPr/>
          </p:nvSpPr>
          <p:spPr>
            <a:xfrm>
              <a:off x="8559794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2" name="Google Shape;26842;p52"/>
            <p:cNvSpPr/>
            <p:nvPr/>
          </p:nvSpPr>
          <p:spPr>
            <a:xfrm>
              <a:off x="8679308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3" name="Google Shape;26843;p52"/>
            <p:cNvSpPr/>
            <p:nvPr/>
          </p:nvSpPr>
          <p:spPr>
            <a:xfrm>
              <a:off x="8798821" y="3617105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4" name="Google Shape;26844;p52"/>
            <p:cNvSpPr/>
            <p:nvPr/>
          </p:nvSpPr>
          <p:spPr>
            <a:xfrm>
              <a:off x="313503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5" name="Google Shape;26845;p52"/>
            <p:cNvSpPr/>
            <p:nvPr/>
          </p:nvSpPr>
          <p:spPr>
            <a:xfrm>
              <a:off x="43301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6" name="Google Shape;26846;p52"/>
            <p:cNvSpPr/>
            <p:nvPr/>
          </p:nvSpPr>
          <p:spPr>
            <a:xfrm>
              <a:off x="552519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7" name="Google Shape;26847;p52"/>
            <p:cNvSpPr/>
            <p:nvPr/>
          </p:nvSpPr>
          <p:spPr>
            <a:xfrm>
              <a:off x="672027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8" name="Google Shape;26848;p52"/>
            <p:cNvSpPr/>
            <p:nvPr/>
          </p:nvSpPr>
          <p:spPr>
            <a:xfrm>
              <a:off x="791536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49" name="Google Shape;26849;p52"/>
            <p:cNvSpPr/>
            <p:nvPr/>
          </p:nvSpPr>
          <p:spPr>
            <a:xfrm>
              <a:off x="91104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0" name="Google Shape;26850;p52"/>
            <p:cNvSpPr/>
            <p:nvPr/>
          </p:nvSpPr>
          <p:spPr>
            <a:xfrm>
              <a:off x="1030552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1" name="Google Shape;26851;p52"/>
            <p:cNvSpPr/>
            <p:nvPr/>
          </p:nvSpPr>
          <p:spPr>
            <a:xfrm>
              <a:off x="820125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2" name="Google Shape;26852;p52"/>
            <p:cNvSpPr/>
            <p:nvPr/>
          </p:nvSpPr>
          <p:spPr>
            <a:xfrm>
              <a:off x="8320767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3" name="Google Shape;26853;p52"/>
            <p:cNvSpPr/>
            <p:nvPr/>
          </p:nvSpPr>
          <p:spPr>
            <a:xfrm>
              <a:off x="844028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4" name="Google Shape;26854;p52"/>
            <p:cNvSpPr/>
            <p:nvPr/>
          </p:nvSpPr>
          <p:spPr>
            <a:xfrm>
              <a:off x="8559794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5" name="Google Shape;26855;p52"/>
            <p:cNvSpPr/>
            <p:nvPr/>
          </p:nvSpPr>
          <p:spPr>
            <a:xfrm>
              <a:off x="8679308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6" name="Google Shape;26856;p52"/>
            <p:cNvSpPr/>
            <p:nvPr/>
          </p:nvSpPr>
          <p:spPr>
            <a:xfrm>
              <a:off x="8798821" y="3723212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7" name="Google Shape;26857;p52"/>
            <p:cNvSpPr/>
            <p:nvPr/>
          </p:nvSpPr>
          <p:spPr>
            <a:xfrm>
              <a:off x="313503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8" name="Google Shape;26858;p52"/>
            <p:cNvSpPr/>
            <p:nvPr/>
          </p:nvSpPr>
          <p:spPr>
            <a:xfrm>
              <a:off x="43301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59" name="Google Shape;26859;p52"/>
            <p:cNvSpPr/>
            <p:nvPr/>
          </p:nvSpPr>
          <p:spPr>
            <a:xfrm>
              <a:off x="552519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0" name="Google Shape;26860;p52"/>
            <p:cNvSpPr/>
            <p:nvPr/>
          </p:nvSpPr>
          <p:spPr>
            <a:xfrm>
              <a:off x="672027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1" name="Google Shape;26861;p52"/>
            <p:cNvSpPr/>
            <p:nvPr/>
          </p:nvSpPr>
          <p:spPr>
            <a:xfrm>
              <a:off x="791536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2" name="Google Shape;26862;p52"/>
            <p:cNvSpPr/>
            <p:nvPr/>
          </p:nvSpPr>
          <p:spPr>
            <a:xfrm>
              <a:off x="91104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3" name="Google Shape;26863;p52"/>
            <p:cNvSpPr/>
            <p:nvPr/>
          </p:nvSpPr>
          <p:spPr>
            <a:xfrm>
              <a:off x="1030552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4" name="Google Shape;26864;p52"/>
            <p:cNvSpPr/>
            <p:nvPr/>
          </p:nvSpPr>
          <p:spPr>
            <a:xfrm>
              <a:off x="820125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5" name="Google Shape;26865;p52"/>
            <p:cNvSpPr/>
            <p:nvPr/>
          </p:nvSpPr>
          <p:spPr>
            <a:xfrm>
              <a:off x="8320767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6" name="Google Shape;26866;p52"/>
            <p:cNvSpPr/>
            <p:nvPr/>
          </p:nvSpPr>
          <p:spPr>
            <a:xfrm>
              <a:off x="844028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7" name="Google Shape;26867;p52"/>
            <p:cNvSpPr/>
            <p:nvPr/>
          </p:nvSpPr>
          <p:spPr>
            <a:xfrm>
              <a:off x="8559794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8" name="Google Shape;26868;p52"/>
            <p:cNvSpPr/>
            <p:nvPr/>
          </p:nvSpPr>
          <p:spPr>
            <a:xfrm>
              <a:off x="8679308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69" name="Google Shape;26869;p52"/>
            <p:cNvSpPr/>
            <p:nvPr/>
          </p:nvSpPr>
          <p:spPr>
            <a:xfrm>
              <a:off x="8798821" y="382931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0" name="Google Shape;26870;p52"/>
            <p:cNvSpPr/>
            <p:nvPr/>
          </p:nvSpPr>
          <p:spPr>
            <a:xfrm>
              <a:off x="313503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1" name="Google Shape;26871;p52"/>
            <p:cNvSpPr/>
            <p:nvPr/>
          </p:nvSpPr>
          <p:spPr>
            <a:xfrm>
              <a:off x="43301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2" name="Google Shape;26872;p52"/>
            <p:cNvSpPr/>
            <p:nvPr/>
          </p:nvSpPr>
          <p:spPr>
            <a:xfrm>
              <a:off x="552519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3" name="Google Shape;26873;p52"/>
            <p:cNvSpPr/>
            <p:nvPr/>
          </p:nvSpPr>
          <p:spPr>
            <a:xfrm>
              <a:off x="672027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4" name="Google Shape;26874;p52"/>
            <p:cNvSpPr/>
            <p:nvPr/>
          </p:nvSpPr>
          <p:spPr>
            <a:xfrm>
              <a:off x="791536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5" name="Google Shape;26875;p52"/>
            <p:cNvSpPr/>
            <p:nvPr/>
          </p:nvSpPr>
          <p:spPr>
            <a:xfrm>
              <a:off x="91104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6" name="Google Shape;26876;p52"/>
            <p:cNvSpPr/>
            <p:nvPr/>
          </p:nvSpPr>
          <p:spPr>
            <a:xfrm>
              <a:off x="1030552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7" name="Google Shape;26877;p52"/>
            <p:cNvSpPr/>
            <p:nvPr/>
          </p:nvSpPr>
          <p:spPr>
            <a:xfrm>
              <a:off x="820125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8" name="Google Shape;26878;p52"/>
            <p:cNvSpPr/>
            <p:nvPr/>
          </p:nvSpPr>
          <p:spPr>
            <a:xfrm>
              <a:off x="8320767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79" name="Google Shape;26879;p52"/>
            <p:cNvSpPr/>
            <p:nvPr/>
          </p:nvSpPr>
          <p:spPr>
            <a:xfrm>
              <a:off x="844028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0" name="Google Shape;26880;p52"/>
            <p:cNvSpPr/>
            <p:nvPr/>
          </p:nvSpPr>
          <p:spPr>
            <a:xfrm>
              <a:off x="8559794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1" name="Google Shape;26881;p52"/>
            <p:cNvSpPr/>
            <p:nvPr/>
          </p:nvSpPr>
          <p:spPr>
            <a:xfrm>
              <a:off x="8679308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2" name="Google Shape;26882;p52"/>
            <p:cNvSpPr/>
            <p:nvPr/>
          </p:nvSpPr>
          <p:spPr>
            <a:xfrm>
              <a:off x="8798821" y="3935426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3" name="Google Shape;26883;p52"/>
            <p:cNvSpPr/>
            <p:nvPr/>
          </p:nvSpPr>
          <p:spPr>
            <a:xfrm>
              <a:off x="313503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4" name="Google Shape;26884;p52"/>
            <p:cNvSpPr/>
            <p:nvPr/>
          </p:nvSpPr>
          <p:spPr>
            <a:xfrm>
              <a:off x="43301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5" name="Google Shape;26885;p52"/>
            <p:cNvSpPr/>
            <p:nvPr/>
          </p:nvSpPr>
          <p:spPr>
            <a:xfrm>
              <a:off x="552519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6" name="Google Shape;26886;p52"/>
            <p:cNvSpPr/>
            <p:nvPr/>
          </p:nvSpPr>
          <p:spPr>
            <a:xfrm>
              <a:off x="672027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7" name="Google Shape;26887;p52"/>
            <p:cNvSpPr/>
            <p:nvPr/>
          </p:nvSpPr>
          <p:spPr>
            <a:xfrm>
              <a:off x="791536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8" name="Google Shape;26888;p52"/>
            <p:cNvSpPr/>
            <p:nvPr/>
          </p:nvSpPr>
          <p:spPr>
            <a:xfrm>
              <a:off x="91104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89" name="Google Shape;26889;p52"/>
            <p:cNvSpPr/>
            <p:nvPr/>
          </p:nvSpPr>
          <p:spPr>
            <a:xfrm>
              <a:off x="1030552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0" name="Google Shape;26890;p52"/>
            <p:cNvSpPr/>
            <p:nvPr/>
          </p:nvSpPr>
          <p:spPr>
            <a:xfrm>
              <a:off x="820125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1" name="Google Shape;26891;p52"/>
            <p:cNvSpPr/>
            <p:nvPr/>
          </p:nvSpPr>
          <p:spPr>
            <a:xfrm>
              <a:off x="8320767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2" name="Google Shape;26892;p52"/>
            <p:cNvSpPr/>
            <p:nvPr/>
          </p:nvSpPr>
          <p:spPr>
            <a:xfrm>
              <a:off x="844028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3" name="Google Shape;26893;p52"/>
            <p:cNvSpPr/>
            <p:nvPr/>
          </p:nvSpPr>
          <p:spPr>
            <a:xfrm>
              <a:off x="8559794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4" name="Google Shape;26894;p52"/>
            <p:cNvSpPr/>
            <p:nvPr/>
          </p:nvSpPr>
          <p:spPr>
            <a:xfrm>
              <a:off x="8679308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5" name="Google Shape;26895;p52"/>
            <p:cNvSpPr/>
            <p:nvPr/>
          </p:nvSpPr>
          <p:spPr>
            <a:xfrm>
              <a:off x="8798821" y="4041533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6" name="Google Shape;26896;p52"/>
            <p:cNvSpPr/>
            <p:nvPr/>
          </p:nvSpPr>
          <p:spPr>
            <a:xfrm>
              <a:off x="313503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7" name="Google Shape;26897;p52"/>
            <p:cNvSpPr/>
            <p:nvPr/>
          </p:nvSpPr>
          <p:spPr>
            <a:xfrm>
              <a:off x="43301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8" name="Google Shape;26898;p52"/>
            <p:cNvSpPr/>
            <p:nvPr/>
          </p:nvSpPr>
          <p:spPr>
            <a:xfrm>
              <a:off x="552519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99" name="Google Shape;26899;p52"/>
            <p:cNvSpPr/>
            <p:nvPr/>
          </p:nvSpPr>
          <p:spPr>
            <a:xfrm>
              <a:off x="672027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0" name="Google Shape;26900;p52"/>
            <p:cNvSpPr/>
            <p:nvPr/>
          </p:nvSpPr>
          <p:spPr>
            <a:xfrm>
              <a:off x="791536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1" name="Google Shape;26901;p52"/>
            <p:cNvSpPr/>
            <p:nvPr/>
          </p:nvSpPr>
          <p:spPr>
            <a:xfrm>
              <a:off x="91104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2" name="Google Shape;26902;p52"/>
            <p:cNvSpPr/>
            <p:nvPr/>
          </p:nvSpPr>
          <p:spPr>
            <a:xfrm>
              <a:off x="1030552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3" name="Google Shape;26903;p52"/>
            <p:cNvSpPr/>
            <p:nvPr/>
          </p:nvSpPr>
          <p:spPr>
            <a:xfrm>
              <a:off x="820125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4" name="Google Shape;26904;p52"/>
            <p:cNvSpPr/>
            <p:nvPr/>
          </p:nvSpPr>
          <p:spPr>
            <a:xfrm>
              <a:off x="8320767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5" name="Google Shape;26905;p52"/>
            <p:cNvSpPr/>
            <p:nvPr/>
          </p:nvSpPr>
          <p:spPr>
            <a:xfrm>
              <a:off x="844028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6" name="Google Shape;26906;p52"/>
            <p:cNvSpPr/>
            <p:nvPr/>
          </p:nvSpPr>
          <p:spPr>
            <a:xfrm>
              <a:off x="8559794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7" name="Google Shape;26907;p52"/>
            <p:cNvSpPr/>
            <p:nvPr/>
          </p:nvSpPr>
          <p:spPr>
            <a:xfrm>
              <a:off x="8679308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8" name="Google Shape;26908;p52"/>
            <p:cNvSpPr/>
            <p:nvPr/>
          </p:nvSpPr>
          <p:spPr>
            <a:xfrm>
              <a:off x="8798821" y="4147640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09" name="Google Shape;26909;p52"/>
            <p:cNvSpPr/>
            <p:nvPr/>
          </p:nvSpPr>
          <p:spPr>
            <a:xfrm>
              <a:off x="313503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0" name="Google Shape;26910;p52"/>
            <p:cNvSpPr/>
            <p:nvPr/>
          </p:nvSpPr>
          <p:spPr>
            <a:xfrm>
              <a:off x="43301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1" name="Google Shape;26911;p52"/>
            <p:cNvSpPr/>
            <p:nvPr/>
          </p:nvSpPr>
          <p:spPr>
            <a:xfrm>
              <a:off x="552519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2" name="Google Shape;26912;p52"/>
            <p:cNvSpPr/>
            <p:nvPr/>
          </p:nvSpPr>
          <p:spPr>
            <a:xfrm>
              <a:off x="672027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3" name="Google Shape;26913;p52"/>
            <p:cNvSpPr/>
            <p:nvPr/>
          </p:nvSpPr>
          <p:spPr>
            <a:xfrm>
              <a:off x="791536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4" name="Google Shape;26914;p52"/>
            <p:cNvSpPr/>
            <p:nvPr/>
          </p:nvSpPr>
          <p:spPr>
            <a:xfrm>
              <a:off x="91104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5" name="Google Shape;26915;p52"/>
            <p:cNvSpPr/>
            <p:nvPr/>
          </p:nvSpPr>
          <p:spPr>
            <a:xfrm>
              <a:off x="1030552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6" name="Google Shape;26916;p52"/>
            <p:cNvSpPr/>
            <p:nvPr/>
          </p:nvSpPr>
          <p:spPr>
            <a:xfrm>
              <a:off x="820125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7" name="Google Shape;26917;p52"/>
            <p:cNvSpPr/>
            <p:nvPr/>
          </p:nvSpPr>
          <p:spPr>
            <a:xfrm>
              <a:off x="8320767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8" name="Google Shape;26918;p52"/>
            <p:cNvSpPr/>
            <p:nvPr/>
          </p:nvSpPr>
          <p:spPr>
            <a:xfrm>
              <a:off x="844028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19" name="Google Shape;26919;p52"/>
            <p:cNvSpPr/>
            <p:nvPr/>
          </p:nvSpPr>
          <p:spPr>
            <a:xfrm>
              <a:off x="8559794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0" name="Google Shape;26920;p52"/>
            <p:cNvSpPr/>
            <p:nvPr/>
          </p:nvSpPr>
          <p:spPr>
            <a:xfrm>
              <a:off x="8679308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1" name="Google Shape;26921;p52"/>
            <p:cNvSpPr/>
            <p:nvPr/>
          </p:nvSpPr>
          <p:spPr>
            <a:xfrm>
              <a:off x="8798821" y="4253747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2" name="Google Shape;26922;p52"/>
            <p:cNvSpPr/>
            <p:nvPr/>
          </p:nvSpPr>
          <p:spPr>
            <a:xfrm>
              <a:off x="313503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3" name="Google Shape;26923;p52"/>
            <p:cNvSpPr/>
            <p:nvPr/>
          </p:nvSpPr>
          <p:spPr>
            <a:xfrm>
              <a:off x="43301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4" name="Google Shape;26924;p52"/>
            <p:cNvSpPr/>
            <p:nvPr/>
          </p:nvSpPr>
          <p:spPr>
            <a:xfrm>
              <a:off x="552519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5" name="Google Shape;26925;p52"/>
            <p:cNvSpPr/>
            <p:nvPr/>
          </p:nvSpPr>
          <p:spPr>
            <a:xfrm>
              <a:off x="672027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6" name="Google Shape;26926;p52"/>
            <p:cNvSpPr/>
            <p:nvPr/>
          </p:nvSpPr>
          <p:spPr>
            <a:xfrm>
              <a:off x="791536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7" name="Google Shape;26927;p52"/>
            <p:cNvSpPr/>
            <p:nvPr/>
          </p:nvSpPr>
          <p:spPr>
            <a:xfrm>
              <a:off x="91104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8" name="Google Shape;26928;p52"/>
            <p:cNvSpPr/>
            <p:nvPr/>
          </p:nvSpPr>
          <p:spPr>
            <a:xfrm>
              <a:off x="1030552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29" name="Google Shape;26929;p52"/>
            <p:cNvSpPr/>
            <p:nvPr/>
          </p:nvSpPr>
          <p:spPr>
            <a:xfrm>
              <a:off x="820125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0" name="Google Shape;26930;p52"/>
            <p:cNvSpPr/>
            <p:nvPr/>
          </p:nvSpPr>
          <p:spPr>
            <a:xfrm>
              <a:off x="8320767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1" name="Google Shape;26931;p52"/>
            <p:cNvSpPr/>
            <p:nvPr/>
          </p:nvSpPr>
          <p:spPr>
            <a:xfrm>
              <a:off x="844028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2" name="Google Shape;26932;p52"/>
            <p:cNvSpPr/>
            <p:nvPr/>
          </p:nvSpPr>
          <p:spPr>
            <a:xfrm>
              <a:off x="8559794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3" name="Google Shape;26933;p52"/>
            <p:cNvSpPr/>
            <p:nvPr/>
          </p:nvSpPr>
          <p:spPr>
            <a:xfrm>
              <a:off x="8679308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4" name="Google Shape;26934;p52"/>
            <p:cNvSpPr/>
            <p:nvPr/>
          </p:nvSpPr>
          <p:spPr>
            <a:xfrm>
              <a:off x="8798821" y="4359854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5" name="Google Shape;26935;p52"/>
            <p:cNvSpPr/>
            <p:nvPr/>
          </p:nvSpPr>
          <p:spPr>
            <a:xfrm>
              <a:off x="313503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6" name="Google Shape;26936;p52"/>
            <p:cNvSpPr/>
            <p:nvPr/>
          </p:nvSpPr>
          <p:spPr>
            <a:xfrm>
              <a:off x="43301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7" name="Google Shape;26937;p52"/>
            <p:cNvSpPr/>
            <p:nvPr/>
          </p:nvSpPr>
          <p:spPr>
            <a:xfrm>
              <a:off x="552519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8" name="Google Shape;26938;p52"/>
            <p:cNvSpPr/>
            <p:nvPr/>
          </p:nvSpPr>
          <p:spPr>
            <a:xfrm>
              <a:off x="672027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39" name="Google Shape;26939;p52"/>
            <p:cNvSpPr/>
            <p:nvPr/>
          </p:nvSpPr>
          <p:spPr>
            <a:xfrm>
              <a:off x="791536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0" name="Google Shape;26940;p52"/>
            <p:cNvSpPr/>
            <p:nvPr/>
          </p:nvSpPr>
          <p:spPr>
            <a:xfrm>
              <a:off x="91104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1" name="Google Shape;26941;p52"/>
            <p:cNvSpPr/>
            <p:nvPr/>
          </p:nvSpPr>
          <p:spPr>
            <a:xfrm>
              <a:off x="1030552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2" name="Google Shape;26942;p52"/>
            <p:cNvSpPr/>
            <p:nvPr/>
          </p:nvSpPr>
          <p:spPr>
            <a:xfrm>
              <a:off x="820125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3" name="Google Shape;26943;p52"/>
            <p:cNvSpPr/>
            <p:nvPr/>
          </p:nvSpPr>
          <p:spPr>
            <a:xfrm>
              <a:off x="8320767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4" name="Google Shape;26944;p52"/>
            <p:cNvSpPr/>
            <p:nvPr/>
          </p:nvSpPr>
          <p:spPr>
            <a:xfrm>
              <a:off x="844028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5" name="Google Shape;26945;p52"/>
            <p:cNvSpPr/>
            <p:nvPr/>
          </p:nvSpPr>
          <p:spPr>
            <a:xfrm>
              <a:off x="8559794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6" name="Google Shape;26946;p52"/>
            <p:cNvSpPr/>
            <p:nvPr/>
          </p:nvSpPr>
          <p:spPr>
            <a:xfrm>
              <a:off x="8679308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7" name="Google Shape;26947;p52"/>
            <p:cNvSpPr/>
            <p:nvPr/>
          </p:nvSpPr>
          <p:spPr>
            <a:xfrm>
              <a:off x="8798821" y="4465961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8" name="Google Shape;26948;p52"/>
            <p:cNvSpPr/>
            <p:nvPr/>
          </p:nvSpPr>
          <p:spPr>
            <a:xfrm>
              <a:off x="313503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49" name="Google Shape;26949;p52"/>
            <p:cNvSpPr/>
            <p:nvPr/>
          </p:nvSpPr>
          <p:spPr>
            <a:xfrm>
              <a:off x="43301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0" name="Google Shape;26950;p52"/>
            <p:cNvSpPr/>
            <p:nvPr/>
          </p:nvSpPr>
          <p:spPr>
            <a:xfrm>
              <a:off x="552519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1" name="Google Shape;26951;p52"/>
            <p:cNvSpPr/>
            <p:nvPr/>
          </p:nvSpPr>
          <p:spPr>
            <a:xfrm>
              <a:off x="672027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2" name="Google Shape;26952;p52"/>
            <p:cNvSpPr/>
            <p:nvPr/>
          </p:nvSpPr>
          <p:spPr>
            <a:xfrm>
              <a:off x="791536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3" name="Google Shape;26953;p52"/>
            <p:cNvSpPr/>
            <p:nvPr/>
          </p:nvSpPr>
          <p:spPr>
            <a:xfrm>
              <a:off x="91104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4" name="Google Shape;26954;p52"/>
            <p:cNvSpPr/>
            <p:nvPr/>
          </p:nvSpPr>
          <p:spPr>
            <a:xfrm>
              <a:off x="1030552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5" name="Google Shape;26955;p52"/>
            <p:cNvSpPr/>
            <p:nvPr/>
          </p:nvSpPr>
          <p:spPr>
            <a:xfrm>
              <a:off x="820125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6" name="Google Shape;26956;p52"/>
            <p:cNvSpPr/>
            <p:nvPr/>
          </p:nvSpPr>
          <p:spPr>
            <a:xfrm>
              <a:off x="8320767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7" name="Google Shape;26957;p52"/>
            <p:cNvSpPr/>
            <p:nvPr/>
          </p:nvSpPr>
          <p:spPr>
            <a:xfrm>
              <a:off x="844028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8" name="Google Shape;26958;p52"/>
            <p:cNvSpPr/>
            <p:nvPr/>
          </p:nvSpPr>
          <p:spPr>
            <a:xfrm>
              <a:off x="8559794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59" name="Google Shape;26959;p52"/>
            <p:cNvSpPr/>
            <p:nvPr/>
          </p:nvSpPr>
          <p:spPr>
            <a:xfrm>
              <a:off x="8679308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60" name="Google Shape;26960;p52"/>
            <p:cNvSpPr/>
            <p:nvPr/>
          </p:nvSpPr>
          <p:spPr>
            <a:xfrm>
              <a:off x="8798821" y="4572069"/>
              <a:ext cx="31489" cy="31489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6961" name="Google Shape;26961;p52"/>
          <p:cNvSpPr txBox="1">
            <a:spLocks noGrp="1"/>
          </p:cNvSpPr>
          <p:nvPr>
            <p:ph type="ctrTitle"/>
          </p:nvPr>
        </p:nvSpPr>
        <p:spPr>
          <a:xfrm>
            <a:off x="2674060" y="2887923"/>
            <a:ext cx="7195744" cy="1738800"/>
          </a:xfrm>
          <a:prstGeom prst="rect">
            <a:avLst/>
          </a:prstGeom>
        </p:spPr>
        <p:txBody>
          <a:bodyPr spcFirstLastPara="1" vert="horz" wrap="square" lIns="91425" tIns="64000" rIns="91425" bIns="91425" rtlCol="1" anchor="ctr" anchorCtr="0">
            <a:noAutofit/>
          </a:bodyPr>
          <a:lstStyle/>
          <a:p>
            <a:br>
              <a:rPr lang="ar-LY" sz="2333" b="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33" b="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</a:t>
            </a:r>
            <a:br>
              <a:rPr lang="en-US" sz="2333" b="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333" b="1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965" name="Google Shape;26965;p52"/>
          <p:cNvGrpSpPr/>
          <p:nvPr/>
        </p:nvGrpSpPr>
        <p:grpSpPr>
          <a:xfrm>
            <a:off x="9844099" y="5723362"/>
            <a:ext cx="510133" cy="78484"/>
            <a:chOff x="3521300" y="154525"/>
            <a:chExt cx="1256175" cy="193500"/>
          </a:xfrm>
        </p:grpSpPr>
        <p:sp>
          <p:nvSpPr>
            <p:cNvPr id="26966" name="Google Shape;26966;p52"/>
            <p:cNvSpPr/>
            <p:nvPr/>
          </p:nvSpPr>
          <p:spPr>
            <a:xfrm>
              <a:off x="3521300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67" name="Google Shape;26967;p52"/>
            <p:cNvSpPr/>
            <p:nvPr/>
          </p:nvSpPr>
          <p:spPr>
            <a:xfrm>
              <a:off x="3875525" y="154525"/>
              <a:ext cx="193500" cy="19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68" name="Google Shape;26968;p52"/>
            <p:cNvSpPr/>
            <p:nvPr/>
          </p:nvSpPr>
          <p:spPr>
            <a:xfrm>
              <a:off x="4229750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69" name="Google Shape;26969;p52"/>
            <p:cNvSpPr/>
            <p:nvPr/>
          </p:nvSpPr>
          <p:spPr>
            <a:xfrm>
              <a:off x="4583975" y="154525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63">
                <a:buClr>
                  <a:srgbClr val="000000"/>
                </a:buClr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29" name="TextBox 528">
            <a:extLst>
              <a:ext uri="{FF2B5EF4-FFF2-40B4-BE49-F238E27FC236}">
                <a16:creationId xmlns:a16="http://schemas.microsoft.com/office/drawing/2014/main" id="{A00C0283-6B67-E0C3-3992-C3E8449C8A51}"/>
              </a:ext>
            </a:extLst>
          </p:cNvPr>
          <p:cNvSpPr txBox="1"/>
          <p:nvPr/>
        </p:nvSpPr>
        <p:spPr>
          <a:xfrm>
            <a:off x="3279082" y="4403863"/>
            <a:ext cx="5985697" cy="115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and Destructors </a:t>
            </a:r>
          </a:p>
          <a:p>
            <a:pPr algn="ctr"/>
            <a:endParaRPr lang="en-US" sz="1667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ar-LY" sz="1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خريف 2026/2025</a:t>
            </a:r>
            <a:r>
              <a:rPr lang="en-US" sz="1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C6BF3C02-D80F-01FE-E994-558F975B1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992" y="1410114"/>
            <a:ext cx="1778000" cy="1785938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CEAB8DA6-A962-76F8-0E14-18766213F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0" y="1354552"/>
            <a:ext cx="1730375" cy="18415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4F8C7A7C-87EF-294E-3DD0-C36727C15173}"/>
              </a:ext>
            </a:extLst>
          </p:cNvPr>
          <p:cNvSpPr txBox="1"/>
          <p:nvPr/>
        </p:nvSpPr>
        <p:spPr>
          <a:xfrm>
            <a:off x="4405313" y="1047750"/>
            <a:ext cx="3532187" cy="16310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LY" sz="3333" dirty="0"/>
              <a:t>جامعة المرقب </a:t>
            </a:r>
          </a:p>
          <a:p>
            <a:pPr algn="ctr" rtl="1"/>
            <a:r>
              <a:rPr lang="ar-LY" sz="3333" dirty="0"/>
              <a:t>كلية تقنية المعلومات</a:t>
            </a:r>
          </a:p>
          <a:p>
            <a:pPr algn="ctr" rtl="1"/>
            <a:r>
              <a:rPr lang="ar-LY" sz="3333" dirty="0"/>
              <a:t>قسم هندسة البرمجيات </a:t>
            </a:r>
          </a:p>
        </p:txBody>
      </p:sp>
    </p:spTree>
    <p:extLst>
      <p:ext uri="{BB962C8B-B14F-4D97-AF65-F5344CB8AC3E}">
        <p14:creationId xmlns:p14="http://schemas.microsoft.com/office/powerpoint/2010/main" val="186135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9B17-15A6-142E-7A14-C20AB389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6CECD553-645F-2948-54AF-A65E6E77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algn="l" rtl="1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Constructer </a:t>
            </a:r>
            <a:endParaRPr lang="ar-SA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8F123B6F-1CE6-2263-B194-F434C8431045}"/>
              </a:ext>
            </a:extLst>
          </p:cNvPr>
          <p:cNvSpPr txBox="1">
            <a:spLocks/>
          </p:cNvSpPr>
          <p:nvPr/>
        </p:nvSpPr>
        <p:spPr>
          <a:xfrm flipH="1">
            <a:off x="593461" y="2278334"/>
            <a:ext cx="10399435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 C++, the constructor is a special member function that is called automatically when an object is instantiated.</a:t>
            </a:r>
          </a:p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5380384E-57FE-9343-969F-A1F219FFA558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537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algn="l" rtl="1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Constructer </a:t>
            </a:r>
            <a:endParaRPr lang="ar-SA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631DC17F-B079-664D-40B8-A86AAF65E985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D6299117-5DC2-7AB8-86B2-31AF0F59E8B0}"/>
              </a:ext>
            </a:extLst>
          </p:cNvPr>
          <p:cNvSpPr txBox="1"/>
          <p:nvPr/>
        </p:nvSpPr>
        <p:spPr>
          <a:xfrm>
            <a:off x="803868" y="1516335"/>
            <a:ext cx="109992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just" rtl="0"/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Constructors can be used to allocate resources, such as file handles</a:t>
            </a: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constructors can initialize game entities (like players entities) </a:t>
            </a:r>
          </a:p>
          <a:p>
            <a:pPr algn="l" rtl="0"/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نص 1">
            <a:extLst>
              <a:ext uri="{FF2B5EF4-FFF2-40B4-BE49-F238E27FC236}">
                <a16:creationId xmlns:a16="http://schemas.microsoft.com/office/drawing/2014/main" id="{BFC91150-DCB5-C359-D242-828981B3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260" y="1259633"/>
            <a:ext cx="9323200" cy="3901600"/>
          </a:xfrm>
        </p:spPr>
        <p:txBody>
          <a:bodyPr/>
          <a:lstStyle/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#include &lt;iostream&gt;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using namespace std;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class name {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private: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// some data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data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public: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void function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   methods for do something; }}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int main() {</a:t>
            </a:r>
          </a:p>
          <a:p>
            <a:pPr marL="152394" indent="0" algn="l">
              <a:buNone/>
            </a:pP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object </a:t>
            </a:r>
            <a:r>
              <a:rPr lang="en-US" sz="20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objectname</a:t>
            </a:r>
            <a:r>
              <a:rPr lang="en-US" sz="2000" dirty="0">
                <a:latin typeface="SimSun-ExtB" panose="02010609060101010101" pitchFamily="49" charset="-122"/>
                <a:ea typeface="SimSun-ExtB" panose="02010609060101010101" pitchFamily="49" charset="-122"/>
              </a:rPr>
              <a:t> ;</a:t>
            </a:r>
            <a:r>
              <a:rPr lang="en-US" sz="2000" dirty="0"/>
              <a:t>}</a:t>
            </a:r>
          </a:p>
        </p:txBody>
      </p:sp>
      <p:sp>
        <p:nvSpPr>
          <p:cNvPr id="3" name="عنوان 2">
            <a:extLst>
              <a:ext uri="{FF2B5EF4-FFF2-40B4-BE49-F238E27FC236}">
                <a16:creationId xmlns:a16="http://schemas.microsoft.com/office/drawing/2014/main" id="{8DEBCBFD-2474-AD1E-07D1-AE7145FD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284035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620F-2C88-AF30-9DC6-415F18CE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240519DD-E115-29E2-7D0C-329B5BC6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lvl="0"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1670E872-6396-D50E-7355-F92DFC803029}"/>
              </a:ext>
            </a:extLst>
          </p:cNvPr>
          <p:cNvSpPr txBox="1">
            <a:spLocks/>
          </p:cNvSpPr>
          <p:nvPr/>
        </p:nvSpPr>
        <p:spPr>
          <a:xfrm flipH="1">
            <a:off x="450948" y="1609599"/>
            <a:ext cx="5396267" cy="387151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ar-S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B143BE73-0E39-FFF7-601F-31E25A0DF8CD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03C59E1C-43FE-D9E3-475E-77813F3F98AF}"/>
              </a:ext>
            </a:extLst>
          </p:cNvPr>
          <p:cNvSpPr txBox="1"/>
          <p:nvPr/>
        </p:nvSpPr>
        <p:spPr>
          <a:xfrm>
            <a:off x="6741907" y="1200704"/>
            <a:ext cx="54949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#include &lt;iostream&gt;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using namespace std;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class </a:t>
            </a:r>
            <a:r>
              <a:rPr lang="en-US" sz="2400" u="sng" dirty="0">
                <a:latin typeface="Bahnschrift SemiBold Condensed" panose="020B0502040204020203" pitchFamily="34" charset="0"/>
              </a:rPr>
              <a:t>Person</a:t>
            </a:r>
            <a:r>
              <a:rPr lang="en-US" sz="2400" dirty="0">
                <a:latin typeface="Bahnschrift SemiBold Condensed" panose="020B0502040204020203" pitchFamily="34" charset="0"/>
              </a:rPr>
              <a:t>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public: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</a:t>
            </a:r>
            <a:r>
              <a:rPr lang="en-US" sz="2400" u="sng" dirty="0">
                <a:latin typeface="Bahnschrift SemiBold Condensed" panose="020B0502040204020203" pitchFamily="34" charset="0"/>
              </a:rPr>
              <a:t>Person()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    cout &lt;&lt; "Object created" &lt;&lt; </a:t>
            </a:r>
            <a:r>
              <a:rPr lang="en-US" sz="2400" dirty="0" err="1">
                <a:latin typeface="Bahnschrift SemiBold Condensed" panose="020B0502040204020203" pitchFamily="34" charset="0"/>
              </a:rPr>
              <a:t>endl</a:t>
            </a:r>
            <a:r>
              <a:rPr lang="en-US" sz="2400" dirty="0">
                <a:latin typeface="Bahnschrift SemiBold Condensed" panose="020B0502040204020203" pitchFamily="34" charset="0"/>
              </a:rPr>
              <a:t>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}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int main()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Person p; // Object is created here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return 0;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</a:t>
            </a:r>
            <a:endParaRPr lang="ar-LY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58DB262E-6943-73A1-A402-8B843CEEF281}"/>
              </a:ext>
            </a:extLst>
          </p:cNvPr>
          <p:cNvSpPr txBox="1"/>
          <p:nvPr/>
        </p:nvSpPr>
        <p:spPr>
          <a:xfrm>
            <a:off x="459769" y="2090172"/>
            <a:ext cx="62909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Same Name as Class: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 constructor has the same name as the class it belongs to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رابط مستقيم 2">
            <a:extLst>
              <a:ext uri="{FF2B5EF4-FFF2-40B4-BE49-F238E27FC236}">
                <a16:creationId xmlns:a16="http://schemas.microsoft.com/office/drawing/2014/main" id="{BAC537C4-A8B0-B0C1-5CC7-29696A1D1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34708" y="1200704"/>
            <a:ext cx="0" cy="5380966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52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3454C-7044-7089-C681-8CB86B24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90AFD6B7-AC15-951A-B85E-64177F1A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lvl="0"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D790FBC8-4557-97A0-0887-F62654928DB1}"/>
              </a:ext>
            </a:extLst>
          </p:cNvPr>
          <p:cNvSpPr txBox="1">
            <a:spLocks/>
          </p:cNvSpPr>
          <p:nvPr/>
        </p:nvSpPr>
        <p:spPr>
          <a:xfrm flipH="1">
            <a:off x="450948" y="1609599"/>
            <a:ext cx="5396267" cy="387151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ar-S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05384847-BF30-6E5D-D3DA-21CB877E26F1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AD53FD3A-6941-329D-00D5-FD48BA14A121}"/>
              </a:ext>
            </a:extLst>
          </p:cNvPr>
          <p:cNvSpPr txBox="1"/>
          <p:nvPr/>
        </p:nvSpPr>
        <p:spPr>
          <a:xfrm>
            <a:off x="5921623" y="1200704"/>
            <a:ext cx="60555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#include &lt;iostream&gt;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using namespace std;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class Person {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public: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    Person() {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        cout &lt;&lt; "Object created" &lt;&lt; </a:t>
            </a:r>
            <a:r>
              <a:rPr lang="en-US" sz="2800" dirty="0" err="1">
                <a:latin typeface="Bahnschrift SemiBold Condensed" panose="020B0502040204020203" pitchFamily="34" charset="0"/>
              </a:rPr>
              <a:t>endl</a:t>
            </a:r>
            <a:r>
              <a:rPr lang="en-US" sz="2800" dirty="0">
                <a:latin typeface="Bahnschrift SemiBold Condensed" panose="020B0502040204020203" pitchFamily="34" charset="0"/>
              </a:rPr>
              <a:t>;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    }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};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int main() {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    </a:t>
            </a:r>
            <a:r>
              <a:rPr lang="en-US" sz="2800" u="sng" dirty="0">
                <a:latin typeface="Bahnschrift SemiBold Condensed" panose="020B0502040204020203" pitchFamily="34" charset="0"/>
              </a:rPr>
              <a:t>Person p; // Object is created here constructor call automatically 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    return 0;</a:t>
            </a:r>
          </a:p>
          <a:p>
            <a:pPr algn="l" rtl="0"/>
            <a:r>
              <a:rPr lang="en-US" sz="2800" dirty="0">
                <a:latin typeface="Bahnschrift SemiBold Condensed" panose="020B0502040204020203" pitchFamily="34" charset="0"/>
              </a:rPr>
              <a:t>}</a:t>
            </a:r>
            <a:endParaRPr lang="ar-LY" sz="28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BF39B8A8-0A33-E3F2-9A70-025325F5F49D}"/>
              </a:ext>
            </a:extLst>
          </p:cNvPr>
          <p:cNvSpPr txBox="1"/>
          <p:nvPr/>
        </p:nvSpPr>
        <p:spPr>
          <a:xfrm>
            <a:off x="370443" y="1720840"/>
            <a:ext cx="62909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20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Automatic Invocation: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20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create an object, the constructor runs automatically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 rtl="0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140D86A2-6102-4DD0-0826-F98E1F7F2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709" y="1200704"/>
            <a:ext cx="6097" cy="5389331"/>
          </a:xfrm>
          <a:prstGeom prst="rect">
            <a:avLst/>
          </a:prstGeom>
        </p:spPr>
      </p:pic>
      <p:sp>
        <p:nvSpPr>
          <p:cNvPr id="6" name="سهم: منحني لليسار 5">
            <a:extLst>
              <a:ext uri="{FF2B5EF4-FFF2-40B4-BE49-F238E27FC236}">
                <a16:creationId xmlns:a16="http://schemas.microsoft.com/office/drawing/2014/main" id="{C8879026-F96F-7EF8-B8D4-79BE48D160EF}"/>
              </a:ext>
            </a:extLst>
          </p:cNvPr>
          <p:cNvSpPr/>
          <p:nvPr/>
        </p:nvSpPr>
        <p:spPr>
          <a:xfrm rot="10800000">
            <a:off x="5847215" y="3195375"/>
            <a:ext cx="402860" cy="22031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84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1DA7-D227-EA46-68C0-0C663BA8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57A1CCBA-E4E4-FC91-1DBF-F2AE443F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lvl="0"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4EB3F10C-1DEE-8754-9D92-0D286CD0A33B}"/>
              </a:ext>
            </a:extLst>
          </p:cNvPr>
          <p:cNvSpPr txBox="1">
            <a:spLocks/>
          </p:cNvSpPr>
          <p:nvPr/>
        </p:nvSpPr>
        <p:spPr>
          <a:xfrm flipH="1">
            <a:off x="450948" y="1609599"/>
            <a:ext cx="5396267" cy="387151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ar-S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1AA02DBD-C6BF-DFE3-6A55-FB467CA79487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5F4B4496-0185-48E7-8472-45A0B73C4806}"/>
              </a:ext>
            </a:extLst>
          </p:cNvPr>
          <p:cNvSpPr txBox="1"/>
          <p:nvPr/>
        </p:nvSpPr>
        <p:spPr>
          <a:xfrm>
            <a:off x="7023261" y="1187827"/>
            <a:ext cx="549494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#include &lt;iostream&gt;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using namespace std;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class Person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public: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   int a;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Person()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   </a:t>
            </a:r>
            <a:r>
              <a:rPr lang="en-US" sz="2400" b="1" dirty="0">
                <a:latin typeface="Bahnschrift SemiBold Condensed" panose="020B0502040204020203" pitchFamily="34" charset="0"/>
              </a:rPr>
              <a:t> a=5;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}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int main()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Person p; // Object is created here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return 0;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</a:t>
            </a:r>
            <a:endParaRPr lang="ar-LY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60C15F0D-40B8-C903-535F-FC6A7F8C07CB}"/>
              </a:ext>
            </a:extLst>
          </p:cNvPr>
          <p:cNvSpPr txBox="1"/>
          <p:nvPr/>
        </p:nvSpPr>
        <p:spPr>
          <a:xfrm>
            <a:off x="226417" y="1905506"/>
            <a:ext cx="629095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Initialization:</a:t>
            </a: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Constructors set initial values for the object's attributes. The attribute (a) is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instilized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with value 5</a:t>
            </a:r>
          </a:p>
          <a:p>
            <a:pPr algn="l" rtl="0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DCBC3F1-4CEB-E008-7888-F440B1276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487" y="1187827"/>
            <a:ext cx="6097" cy="5389331"/>
          </a:xfrm>
          <a:prstGeom prst="rect">
            <a:avLst/>
          </a:prstGeom>
        </p:spPr>
      </p:pic>
      <p:sp>
        <p:nvSpPr>
          <p:cNvPr id="6" name="سهم: منحني لليسار 5">
            <a:extLst>
              <a:ext uri="{FF2B5EF4-FFF2-40B4-BE49-F238E27FC236}">
                <a16:creationId xmlns:a16="http://schemas.microsoft.com/office/drawing/2014/main" id="{16D9DF8D-9441-5CEA-2F45-3BE955C5AD68}"/>
              </a:ext>
            </a:extLst>
          </p:cNvPr>
          <p:cNvSpPr/>
          <p:nvPr/>
        </p:nvSpPr>
        <p:spPr>
          <a:xfrm rot="10800000" flipH="1">
            <a:off x="8159263" y="2803489"/>
            <a:ext cx="450898" cy="99478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8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A853-8F66-2877-2DED-DE6CC597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1BB7E58D-53B3-3773-5450-7D2099B0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lvl="0"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92C277E4-C597-0A58-D777-B56E4B3E124C}"/>
              </a:ext>
            </a:extLst>
          </p:cNvPr>
          <p:cNvSpPr txBox="1">
            <a:spLocks/>
          </p:cNvSpPr>
          <p:nvPr/>
        </p:nvSpPr>
        <p:spPr>
          <a:xfrm flipH="1">
            <a:off x="450948" y="1609599"/>
            <a:ext cx="5396267" cy="387151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ar-S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0DBDB4B5-4FB0-12B7-B56F-D92899F62FBF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6B18E09-F974-AA30-10B5-6A14D08FFC27}"/>
              </a:ext>
            </a:extLst>
          </p:cNvPr>
          <p:cNvSpPr txBox="1"/>
          <p:nvPr/>
        </p:nvSpPr>
        <p:spPr>
          <a:xfrm>
            <a:off x="7033309" y="1200704"/>
            <a:ext cx="54949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#include &lt;iostream&gt;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using namespace std;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class Person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public: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void Person</a:t>
            </a:r>
            <a:r>
              <a:rPr lang="en-US" sz="2400" dirty="0">
                <a:latin typeface="Bahnschrift SemiBold Condensed" panose="020B0502040204020203" pitchFamily="34" charset="0"/>
              </a:rPr>
              <a:t>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    cout &lt;&lt; "Object created" &lt;&lt; </a:t>
            </a:r>
            <a:r>
              <a:rPr lang="en-US" sz="2400" dirty="0" err="1">
                <a:latin typeface="Bahnschrift SemiBold Condensed" panose="020B0502040204020203" pitchFamily="34" charset="0"/>
              </a:rPr>
              <a:t>endl</a:t>
            </a:r>
            <a:r>
              <a:rPr lang="en-US" sz="2400" dirty="0">
                <a:latin typeface="Bahnschrift SemiBold Condensed" panose="020B0502040204020203" pitchFamily="34" charset="0"/>
              </a:rPr>
              <a:t>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}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int main()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Person p; // Object is created here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return 0;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</a:t>
            </a:r>
            <a:endParaRPr lang="ar-LY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65CA1558-A0C4-21D9-5C38-F3FA8A5C7C2E}"/>
              </a:ext>
            </a:extLst>
          </p:cNvPr>
          <p:cNvSpPr txBox="1"/>
          <p:nvPr/>
        </p:nvSpPr>
        <p:spPr>
          <a:xfrm>
            <a:off x="243344" y="2325709"/>
            <a:ext cx="62909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en-US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No Return Type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Constructors do not have a return type, not even void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r-LY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0A3614F9-330F-E693-34E9-856AE46C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06" y="1200704"/>
            <a:ext cx="6097" cy="5389331"/>
          </a:xfrm>
          <a:prstGeom prst="rect">
            <a:avLst/>
          </a:prstGeom>
        </p:spPr>
      </p:pic>
      <p:sp>
        <p:nvSpPr>
          <p:cNvPr id="3" name="علامة الضرب 2">
            <a:extLst>
              <a:ext uri="{FF2B5EF4-FFF2-40B4-BE49-F238E27FC236}">
                <a16:creationId xmlns:a16="http://schemas.microsoft.com/office/drawing/2014/main" id="{5C8FF336-7839-B206-CE7E-028C33BD51C5}"/>
              </a:ext>
            </a:extLst>
          </p:cNvPr>
          <p:cNvSpPr/>
          <p:nvPr/>
        </p:nvSpPr>
        <p:spPr>
          <a:xfrm>
            <a:off x="8877718" y="2677339"/>
            <a:ext cx="291402" cy="422030"/>
          </a:xfrm>
          <a:prstGeom prst="mathMultiply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06674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C1D0-A168-8C86-19E8-90191237D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60A2F450-9EDC-8A5F-8F24-A591BD0C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lvl="0"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3E02E404-224C-5598-80F5-EBBF4EB9DBF1}"/>
              </a:ext>
            </a:extLst>
          </p:cNvPr>
          <p:cNvSpPr txBox="1">
            <a:spLocks/>
          </p:cNvSpPr>
          <p:nvPr/>
        </p:nvSpPr>
        <p:spPr>
          <a:xfrm flipH="1">
            <a:off x="450948" y="1609599"/>
            <a:ext cx="5396267" cy="387151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4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  <a:endParaRPr lang="ar-SA" sz="24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545FB117-0876-0FBA-7CED-31D181113BEF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195195F6-83FC-F1F4-C31A-DE06958B6576}"/>
              </a:ext>
            </a:extLst>
          </p:cNvPr>
          <p:cNvSpPr txBox="1"/>
          <p:nvPr/>
        </p:nvSpPr>
        <p:spPr>
          <a:xfrm>
            <a:off x="6741907" y="1200704"/>
            <a:ext cx="54949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#include &lt;iostream&gt;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using namespace std;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class Person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public: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(</a:t>
            </a:r>
            <a:r>
              <a:rPr lang="en-US" sz="24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int,string,float</a:t>
            </a:r>
            <a:r>
              <a:rPr lang="en-US" sz="24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)  Person</a:t>
            </a:r>
            <a:r>
              <a:rPr lang="en-US" sz="2400" dirty="0">
                <a:latin typeface="Bahnschrift SemiBold Condensed" panose="020B0502040204020203" pitchFamily="34" charset="0"/>
              </a:rPr>
              <a:t>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    cout &lt;&lt; "Object created" &lt;&lt; </a:t>
            </a:r>
            <a:r>
              <a:rPr lang="en-US" sz="2400" dirty="0" err="1">
                <a:latin typeface="Bahnschrift SemiBold Condensed" panose="020B0502040204020203" pitchFamily="34" charset="0"/>
              </a:rPr>
              <a:t>endl</a:t>
            </a:r>
            <a:r>
              <a:rPr lang="en-US" sz="2400" dirty="0">
                <a:latin typeface="Bahnschrift SemiBold Condensed" panose="020B0502040204020203" pitchFamily="34" charset="0"/>
              </a:rPr>
              <a:t>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}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int main() {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Person p; // Object is created here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    return 0;</a:t>
            </a:r>
          </a:p>
          <a:p>
            <a:pPr algn="l" rtl="0"/>
            <a:r>
              <a:rPr lang="en-US" sz="2400" dirty="0">
                <a:latin typeface="Bahnschrift SemiBold Condensed" panose="020B0502040204020203" pitchFamily="34" charset="0"/>
              </a:rPr>
              <a:t>}</a:t>
            </a:r>
            <a:endParaRPr lang="ar-LY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ED39BEC8-69CD-4791-5261-4FCA4662E850}"/>
              </a:ext>
            </a:extLst>
          </p:cNvPr>
          <p:cNvSpPr txBox="1"/>
          <p:nvPr/>
        </p:nvSpPr>
        <p:spPr>
          <a:xfrm>
            <a:off x="357046" y="1837882"/>
            <a:ext cx="62909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 rtl="0"/>
            <a:endParaRPr lang="en-US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No Return Type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Constructors do not have a return type, not even void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r-LY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74F56767-CD6E-E66B-D91E-DBC24542E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06" y="1200704"/>
            <a:ext cx="6097" cy="5389331"/>
          </a:xfrm>
          <a:prstGeom prst="rect">
            <a:avLst/>
          </a:prstGeom>
        </p:spPr>
      </p:pic>
      <p:sp>
        <p:nvSpPr>
          <p:cNvPr id="3" name="علامة الضرب 2">
            <a:extLst>
              <a:ext uri="{FF2B5EF4-FFF2-40B4-BE49-F238E27FC236}">
                <a16:creationId xmlns:a16="http://schemas.microsoft.com/office/drawing/2014/main" id="{985904F3-FDBB-7291-64CD-E41ABAFC1002}"/>
              </a:ext>
            </a:extLst>
          </p:cNvPr>
          <p:cNvSpPr/>
          <p:nvPr/>
        </p:nvSpPr>
        <p:spPr>
          <a:xfrm>
            <a:off x="9739138" y="2687387"/>
            <a:ext cx="291402" cy="422030"/>
          </a:xfrm>
          <a:prstGeom prst="mathMultiply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105128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المجموعة 32" descr="دائرة صغيرة بها الرقم 1 تشير إلى الخطوة 1"/>
          <p:cNvGrpSpPr/>
          <p:nvPr/>
        </p:nvGrpSpPr>
        <p:grpSpPr bwMode="blackWhite">
          <a:xfrm flipH="1">
            <a:off x="6016741" y="4023661"/>
            <a:ext cx="558179" cy="413532"/>
            <a:chOff x="18727178" y="747641"/>
            <a:chExt cx="558179" cy="413532"/>
          </a:xfrm>
        </p:grpSpPr>
        <p:sp>
          <p:nvSpPr>
            <p:cNvPr id="34" name="شكل بيضاوي 33" descr="دائرة صغيرة"/>
            <p:cNvSpPr/>
            <p:nvPr/>
          </p:nvSpPr>
          <p:spPr bwMode="blackWhite">
            <a:xfrm flipH="1">
              <a:off x="18788835" y="751335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مربع نص 34" descr="الرقم 1"/>
            <p:cNvSpPr txBox="1"/>
            <p:nvPr/>
          </p:nvSpPr>
          <p:spPr bwMode="blackWhite">
            <a:xfrm flipH="1">
              <a:off x="18727178" y="747641"/>
              <a:ext cx="55817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en-US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ar-SA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المجموعة 35" descr="دائرة صغيرة بها الرقم 2 تشير إلى الخطوة 2"/>
          <p:cNvGrpSpPr/>
          <p:nvPr/>
        </p:nvGrpSpPr>
        <p:grpSpPr bwMode="blackWhite">
          <a:xfrm flipH="1">
            <a:off x="1136058" y="4003408"/>
            <a:ext cx="813099" cy="409838"/>
            <a:chOff x="9590463" y="530899"/>
            <a:chExt cx="563207" cy="409838"/>
          </a:xfrm>
        </p:grpSpPr>
        <p:sp>
          <p:nvSpPr>
            <p:cNvPr id="37" name="شكل بيضاوي 36" descr="دائرة صغيرة"/>
            <p:cNvSpPr/>
            <p:nvPr/>
          </p:nvSpPr>
          <p:spPr bwMode="blackWhite">
            <a:xfrm>
              <a:off x="9685056" y="530899"/>
              <a:ext cx="320654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مربع نص 37" descr="الرقم 2"/>
            <p:cNvSpPr txBox="1"/>
            <p:nvPr/>
          </p:nvSpPr>
          <p:spPr bwMode="blackWhite">
            <a:xfrm flipH="1">
              <a:off x="9590463" y="562020"/>
              <a:ext cx="563207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en-US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ar-SA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3" name="عنصر نائب للمحتوى 17"/>
          <p:cNvSpPr txBox="1">
            <a:spLocks/>
          </p:cNvSpPr>
          <p:nvPr/>
        </p:nvSpPr>
        <p:spPr>
          <a:xfrm flipH="1">
            <a:off x="6574920" y="3918744"/>
            <a:ext cx="4922581" cy="1324053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0">
              <a:lnSpc>
                <a:spcPct val="150000"/>
              </a:lnSpc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92392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Parameterized Constructor</a:t>
            </a: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It’s a constructor that accepts values (parameters) to create an object with those specific values</a:t>
            </a: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..</a:t>
            </a:r>
            <a:endParaRPr lang="ar-SA" sz="2400" dirty="0">
              <a:solidFill>
                <a:prstClr val="black">
                  <a:lumMod val="75000"/>
                  <a:lumOff val="25000"/>
                </a:prst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عنصر نائب للمحتوى 17"/>
          <p:cNvSpPr txBox="1">
            <a:spLocks/>
          </p:cNvSpPr>
          <p:nvPr/>
        </p:nvSpPr>
        <p:spPr>
          <a:xfrm flipH="1">
            <a:off x="1936243" y="3816403"/>
            <a:ext cx="3838493" cy="620790"/>
          </a:xfrm>
          <a:prstGeom prst="rect">
            <a:avLst/>
          </a:prstGeom>
        </p:spPr>
        <p:txBody>
          <a:bodyPr vert="horz" lIns="91440" tIns="45720" rIns="91440" bIns="45720" rtlCol="1">
            <a:normAutofit fontScale="25000" lnSpcReduction="20000"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0">
              <a:lnSpc>
                <a:spcPct val="170000"/>
              </a:lnSpc>
              <a:spcAft>
                <a:spcPts val="2000"/>
              </a:spcAft>
              <a:buNone/>
            </a:pPr>
            <a:r>
              <a:rPr lang="en-US" sz="8000" b="1" dirty="0">
                <a:solidFill>
                  <a:srgbClr val="9239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Default constructer</a:t>
            </a:r>
            <a:r>
              <a:rPr lang="en-US" sz="9600" dirty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 constructor that does not take any parameters. </a:t>
            </a:r>
            <a:endParaRPr lang="ar-SA" sz="9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مستطيل 2">
            <a:extLst>
              <a:ext uri="{FF2B5EF4-FFF2-40B4-BE49-F238E27FC236}">
                <a16:creationId xmlns:a16="http://schemas.microsoft.com/office/drawing/2014/main" id="{29D87D3C-7961-D7A4-863B-9236E45B6E29}"/>
              </a:ext>
            </a:extLst>
          </p:cNvPr>
          <p:cNvSpPr/>
          <p:nvPr/>
        </p:nvSpPr>
        <p:spPr>
          <a:xfrm>
            <a:off x="6090911" y="1520763"/>
            <a:ext cx="5406589" cy="2412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Example {</a:t>
            </a:r>
          </a:p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public: </a:t>
            </a:r>
          </a:p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Example(int x, int y) {</a:t>
            </a:r>
          </a:p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// Initialization with parameters</a:t>
            </a:r>
          </a:p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</a:p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};</a:t>
            </a:r>
            <a:endParaRPr lang="ar-LY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00DBA4BA-1927-FB23-3888-00A601A2F979}"/>
              </a:ext>
            </a:extLst>
          </p:cNvPr>
          <p:cNvSpPr/>
          <p:nvPr/>
        </p:nvSpPr>
        <p:spPr>
          <a:xfrm>
            <a:off x="1413233" y="1520763"/>
            <a:ext cx="4514601" cy="2412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Example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{</a:t>
            </a:r>
          </a:p>
          <a:p>
            <a:pPr algn="l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public: </a:t>
            </a:r>
          </a:p>
          <a:p>
            <a:pPr algn="l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Example() {</a:t>
            </a:r>
          </a:p>
          <a:p>
            <a:pPr algn="l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// Default Initialization}  </a:t>
            </a:r>
          </a:p>
          <a:p>
            <a:pPr algn="l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};</a:t>
            </a:r>
            <a:endParaRPr lang="ar-LY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العنوان 7">
            <a:extLst>
              <a:ext uri="{FF2B5EF4-FFF2-40B4-BE49-F238E27FC236}">
                <a16:creationId xmlns:a16="http://schemas.microsoft.com/office/drawing/2014/main" id="{DD705EA8-A930-5737-6CDC-0D0B6F1579C9}"/>
              </a:ext>
            </a:extLst>
          </p:cNvPr>
          <p:cNvSpPr txBox="1">
            <a:spLocks/>
          </p:cNvSpPr>
          <p:nvPr/>
        </p:nvSpPr>
        <p:spPr>
          <a:xfrm flipH="1">
            <a:off x="593463" y="417911"/>
            <a:ext cx="6877119" cy="640080"/>
          </a:xfrm>
          <a:prstGeom prst="rect">
            <a:avLst/>
          </a:prstGeom>
        </p:spPr>
        <p:txBody>
          <a:bodyPr vert="horz" lIns="91440" tIns="45720" rIns="91440" bIns="45720" rtlCol="1" anchor="b" anchorCtr="0">
            <a:noAutofit/>
          </a:bodyPr>
          <a:lstStyle>
            <a:lvl1pPr algn="r" defTabSz="914400" rtl="1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Constructors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6E1F-5A45-B502-FADB-E13551AE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F2F7B718-2960-925C-287C-B6669704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04880" y="508520"/>
            <a:ext cx="10982240" cy="640080"/>
          </a:xfrm>
        </p:spPr>
        <p:txBody>
          <a:bodyPr rtlCol="1">
            <a:noAutofit/>
          </a:bodyPr>
          <a:lstStyle/>
          <a:p>
            <a:pPr lvl="0" algn="just" rtl="0">
              <a:spcAft>
                <a:spcPts val="600"/>
              </a:spcAft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Exampl1 :  Calculates Rectangle area. By 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Default C++ Constructor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No Parameters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C70271EF-492D-D706-41D7-82429B419840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7A9D5E1C-F0E9-324C-E5DE-C3FE737E076C}"/>
              </a:ext>
            </a:extLst>
          </p:cNvPr>
          <p:cNvSpPr txBox="1"/>
          <p:nvPr/>
        </p:nvSpPr>
        <p:spPr>
          <a:xfrm>
            <a:off x="604880" y="1573038"/>
            <a:ext cx="74360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#include &lt;iostream&gt;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using namespace std;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class Rectangle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private: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int width, length;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public: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Rectangle()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width = 5;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length =10;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cout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&lt;&lt; (length*width)&lt;&lt;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endl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; }};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int main()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rect1;</a:t>
            </a:r>
            <a:r>
              <a:rPr lang="en-US" sz="2000" dirty="0"/>
              <a:t>}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58800101-E7E9-A206-104A-745B9A61E3E4}"/>
              </a:ext>
            </a:extLst>
          </p:cNvPr>
          <p:cNvSpPr txBox="1"/>
          <p:nvPr/>
        </p:nvSpPr>
        <p:spPr>
          <a:xfrm>
            <a:off x="7335982" y="3173475"/>
            <a:ext cx="4689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When </a:t>
            </a:r>
            <a:r>
              <a:rPr lang="en-US" b="1" dirty="0"/>
              <a:t>Rectangle rect1 </a:t>
            </a:r>
            <a:r>
              <a:rPr lang="en-US" dirty="0"/>
              <a:t>is created: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constructor runs automatically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Sets default values for length and width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No need to call any special method</a:t>
            </a: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109E5867-A933-4412-1D08-379AAF6F2DE5}"/>
              </a:ext>
            </a:extLst>
          </p:cNvPr>
          <p:cNvSpPr/>
          <p:nvPr/>
        </p:nvSpPr>
        <p:spPr>
          <a:xfrm>
            <a:off x="604880" y="1550292"/>
            <a:ext cx="6533676" cy="5039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352654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FB0BF-9C40-3506-6FE7-AE14B02E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3424AB68-AE00-8ADD-A496-240AA823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0" y="551687"/>
            <a:ext cx="11227658" cy="640080"/>
          </a:xfrm>
        </p:spPr>
        <p:txBody>
          <a:bodyPr rtlCol="1">
            <a:noAutofit/>
          </a:bodyPr>
          <a:lstStyle/>
          <a:p>
            <a:pPr lvl="0" algn="just" rtl="0">
              <a:spcAft>
                <a:spcPts val="60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Exampl1 :  calculates Rectangle area a Uses a parameterized constructor to set length and width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EFFDA50A-2596-8A70-4D8E-33E24A426BEE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794F7135-EBEC-F650-897A-D389335681BC}"/>
              </a:ext>
            </a:extLst>
          </p:cNvPr>
          <p:cNvSpPr txBox="1"/>
          <p:nvPr/>
        </p:nvSpPr>
        <p:spPr>
          <a:xfrm>
            <a:off x="593460" y="1395890"/>
            <a:ext cx="69428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/>
              <a:t>#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include &lt;iostream&gt;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using namespace std;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class Rectangle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private: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int width, length;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public: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Rectangle(int w, int l)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width = w;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lengtht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=j;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cout&lt;&lt;length*width&lt;&lt;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endl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;}};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int main()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rect1(5,10); 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rect1(8,12);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return 0;  }</a:t>
            </a:r>
            <a:endParaRPr lang="ar-LY" sz="24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AD828EE1-B137-4B21-F5C7-9AAC41368D11}"/>
              </a:ext>
            </a:extLst>
          </p:cNvPr>
          <p:cNvSpPr txBox="1"/>
          <p:nvPr/>
        </p:nvSpPr>
        <p:spPr>
          <a:xfrm>
            <a:off x="7213198" y="1837882"/>
            <a:ext cx="56346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000" b="1" dirty="0"/>
              <a:t>When Rectangle rect1(5,10); is created:</a:t>
            </a:r>
          </a:p>
          <a:p>
            <a:pPr algn="l" rtl="0"/>
            <a:r>
              <a:rPr lang="en-US" sz="2000" dirty="0"/>
              <a:t>Constructor receives w=5, l=10</a:t>
            </a:r>
          </a:p>
          <a:p>
            <a:pPr algn="l" rtl="0"/>
            <a:r>
              <a:rPr lang="en-US" sz="2000" dirty="0"/>
              <a:t>Sets width=5, height=10</a:t>
            </a:r>
          </a:p>
          <a:p>
            <a:pPr algn="l" rtl="0"/>
            <a:r>
              <a:rPr lang="en-US" sz="2000" dirty="0"/>
              <a:t>Output: : 50</a:t>
            </a:r>
          </a:p>
          <a:p>
            <a:pPr algn="l" rtl="0"/>
            <a:endParaRPr lang="en-US" sz="2000" dirty="0"/>
          </a:p>
          <a:p>
            <a:pPr algn="l" rtl="0"/>
            <a:r>
              <a:rPr lang="en-US" sz="2000" b="1" dirty="0"/>
              <a:t>When Rectangle rect2(8,12); is created</a:t>
            </a:r>
          </a:p>
          <a:p>
            <a:pPr algn="l" rtl="0"/>
            <a:r>
              <a:rPr lang="en-US" sz="2000" dirty="0"/>
              <a:t>Constructor receives w= …. , l=…..</a:t>
            </a:r>
          </a:p>
          <a:p>
            <a:pPr algn="l" rtl="0"/>
            <a:r>
              <a:rPr lang="en-US" sz="2000" dirty="0"/>
              <a:t>Sets width=….., height=……</a:t>
            </a:r>
          </a:p>
          <a:p>
            <a:pPr algn="l" rtl="0"/>
            <a:r>
              <a:rPr lang="en-US" sz="2000" dirty="0"/>
              <a:t>Output:  ……………..</a:t>
            </a:r>
            <a:endParaRPr lang="ar-LY" sz="2000" dirty="0"/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D2C1A14C-3C21-E594-8BB1-90A5B45424FC}"/>
              </a:ext>
            </a:extLst>
          </p:cNvPr>
          <p:cNvSpPr/>
          <p:nvPr/>
        </p:nvSpPr>
        <p:spPr>
          <a:xfrm>
            <a:off x="593460" y="1395890"/>
            <a:ext cx="6648168" cy="52629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216728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DAD5-1BEB-E886-65AC-6A73FC18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8051A8A8-9D7B-E731-F41C-E083AF0CF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27658" cy="640080"/>
          </a:xfrm>
        </p:spPr>
        <p:txBody>
          <a:bodyPr rtlCol="1">
            <a:noAutofit/>
          </a:bodyPr>
          <a:lstStyle/>
          <a:p>
            <a:pPr lvl="0" algn="just" rtl="0">
              <a:spcAft>
                <a:spcPts val="600"/>
              </a:spcAft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Exampl3 :  calculates Rectangle area automatically Uses a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parameterized constructor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to set length and width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3BF4812E-537F-FE15-01FE-5A06C3CFDDBE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4B17C903-309B-423C-B3C0-AB7A48DF4C7F}"/>
              </a:ext>
            </a:extLst>
          </p:cNvPr>
          <p:cNvSpPr txBox="1"/>
          <p:nvPr/>
        </p:nvSpPr>
        <p:spPr>
          <a:xfrm>
            <a:off x="593460" y="1333265"/>
            <a:ext cx="69428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#include &lt;iostream&gt;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using namespace std;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class Rectangle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private: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int width, length 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public: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Rectangle(int w=8,int l=9)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width = w;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 length =l;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cout &lt;&lt; (length*width)&lt;&lt;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endl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;}};</a:t>
            </a:r>
          </a:p>
          <a:p>
            <a:pPr algn="l" rtl="0"/>
            <a:endParaRPr lang="en-US" sz="2400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int main()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rect1; return 0;  }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40B42A40-3976-0410-08B3-F4C2ADE6670F}"/>
              </a:ext>
            </a:extLst>
          </p:cNvPr>
          <p:cNvSpPr txBox="1"/>
          <p:nvPr/>
        </p:nvSpPr>
        <p:spPr>
          <a:xfrm>
            <a:off x="7450696" y="1745845"/>
            <a:ext cx="56346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en-US" sz="2000" dirty="0"/>
          </a:p>
          <a:p>
            <a:pPr algn="l" rtl="0"/>
            <a:r>
              <a:rPr lang="en-US" sz="2000" dirty="0"/>
              <a:t>rect2: Uses default values                  </a:t>
            </a:r>
          </a:p>
          <a:p>
            <a:pPr algn="l" rtl="0"/>
            <a:r>
              <a:rPr lang="en-US" sz="2000" dirty="0"/>
              <a:t>    → 8 × 9 = Area: 72</a:t>
            </a:r>
            <a:endParaRPr lang="ar-LY" sz="2000" dirty="0"/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08D2886C-ECBF-F4F6-D8B1-BB85244133BE}"/>
              </a:ext>
            </a:extLst>
          </p:cNvPr>
          <p:cNvSpPr/>
          <p:nvPr/>
        </p:nvSpPr>
        <p:spPr>
          <a:xfrm>
            <a:off x="593460" y="1333265"/>
            <a:ext cx="6732250" cy="5368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296506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EEEC-63AF-5F0D-66AF-2FCFA2BF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A4CA8720-13E6-F76C-5DA2-4F5F86D9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398083" y="541855"/>
            <a:ext cx="5263804" cy="640080"/>
          </a:xfrm>
        </p:spPr>
        <p:txBody>
          <a:bodyPr rtlCol="1">
            <a:noAutofit/>
          </a:bodyPr>
          <a:lstStyle/>
          <a:p>
            <a:pPr lvl="0" algn="just" rtl="0">
              <a:spcAft>
                <a:spcPts val="600"/>
              </a:spcAft>
              <a:defRPr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Constructor Overloading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6C057A39-79BF-FAAA-FF94-B67436C040A8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0E2B879-1C8F-F424-0B37-125EF339BF26}"/>
              </a:ext>
            </a:extLst>
          </p:cNvPr>
          <p:cNvSpPr txBox="1"/>
          <p:nvPr/>
        </p:nvSpPr>
        <p:spPr>
          <a:xfrm>
            <a:off x="132144" y="1641940"/>
            <a:ext cx="5634684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US" sz="2800" dirty="0"/>
              <a:t>Constructor overloading allows a class to have multiple constructors with different parameters</a:t>
            </a:r>
            <a:r>
              <a:rPr lang="en-US" sz="2000" dirty="0"/>
              <a:t>.</a:t>
            </a:r>
          </a:p>
          <a:p>
            <a:pPr algn="just" rtl="0"/>
            <a:endParaRPr lang="en-US" sz="2000" dirty="0"/>
          </a:p>
          <a:p>
            <a:pPr marL="457200" indent="-457200" algn="just" rtl="0">
              <a:buFont typeface="Arial" panose="020B0604020202020204" pitchFamily="34" charset="0"/>
              <a:buChar char="•"/>
            </a:pPr>
            <a:r>
              <a:rPr lang="en-US" sz="2800" dirty="0"/>
              <a:t>This allows you to create objects in different ways</a:t>
            </a:r>
            <a:endParaRPr lang="ar-LY" sz="2800" dirty="0"/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677E4011-EAA4-E1FF-130A-47FEEBA4DA70}"/>
              </a:ext>
            </a:extLst>
          </p:cNvPr>
          <p:cNvSpPr/>
          <p:nvPr/>
        </p:nvSpPr>
        <p:spPr>
          <a:xfrm>
            <a:off x="5935001" y="250118"/>
            <a:ext cx="5858915" cy="63709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919C9587-9C87-5BB6-DC87-92E298FAF1E4}"/>
              </a:ext>
            </a:extLst>
          </p:cNvPr>
          <p:cNvSpPr txBox="1"/>
          <p:nvPr/>
        </p:nvSpPr>
        <p:spPr>
          <a:xfrm>
            <a:off x="5935002" y="250118"/>
            <a:ext cx="694280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class Rectangle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private: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int width, length;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public: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width = 5;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length = 7;  }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Rectangle(int w, int h)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width = w;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    height = h; }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void display()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cout &lt;&lt; (length*width)&lt;&lt;</a:t>
            </a:r>
            <a:r>
              <a:rPr lang="en-US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endl</a:t>
            </a:r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}};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int main() {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rect1;             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Rectangle rect2(5,8);       </a:t>
            </a:r>
          </a:p>
          <a:p>
            <a:pPr algn="l" rtl="0"/>
            <a:r>
              <a:rPr lang="en-US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   rect1.display();}</a:t>
            </a:r>
          </a:p>
        </p:txBody>
      </p:sp>
    </p:spTree>
    <p:extLst>
      <p:ext uri="{BB962C8B-B14F-4D97-AF65-F5344CB8AC3E}">
        <p14:creationId xmlns:p14="http://schemas.microsoft.com/office/powerpoint/2010/main" val="317329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A867-FFC5-89F0-D7E9-9F2D58DF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11245F6E-6680-0252-9535-0C4DE6CA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9317792" cy="640080"/>
          </a:xfrm>
        </p:spPr>
        <p:txBody>
          <a:bodyPr rtlCol="1">
            <a:noAutofit/>
          </a:bodyPr>
          <a:lstStyle/>
          <a:p>
            <a:pPr algn="l" rtl="1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Question1:What different between them?</a:t>
            </a:r>
            <a:endParaRPr lang="ar-SA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5070B063-B9AD-C45A-3ED3-4A702B60EDD0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7F1EC542-6F82-AD99-06F1-EDA17A2CB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593" y="1440689"/>
            <a:ext cx="8411947" cy="348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8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العنوان 2"/>
          <p:cNvSpPr>
            <a:spLocks noGrp="1"/>
          </p:cNvSpPr>
          <p:nvPr>
            <p:ph type="title"/>
          </p:nvPr>
        </p:nvSpPr>
        <p:spPr>
          <a:xfrm flipH="1">
            <a:off x="667216" y="445204"/>
            <a:ext cx="10963925" cy="640080"/>
          </a:xfrm>
        </p:spPr>
        <p:txBody>
          <a:bodyPr rtlCol="1">
            <a:normAutofit/>
          </a:bodyPr>
          <a:lstStyle/>
          <a:p>
            <a:pPr algn="l" rtl="1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Questions</a:t>
            </a:r>
            <a:r>
              <a:rPr lang="en-US" dirty="0"/>
              <a:t>:</a:t>
            </a:r>
            <a:endParaRPr lang="ar-SA" dirty="0"/>
          </a:p>
        </p:txBody>
      </p:sp>
      <p:grpSp>
        <p:nvGrpSpPr>
          <p:cNvPr id="13" name="المجموعة 12" descr="دائرة صغيرة بها الرقم 1 تشير إلى الخطوة 1"/>
          <p:cNvGrpSpPr/>
          <p:nvPr/>
        </p:nvGrpSpPr>
        <p:grpSpPr bwMode="blackWhite">
          <a:xfrm flipH="1">
            <a:off x="433940" y="1589315"/>
            <a:ext cx="558179" cy="409838"/>
            <a:chOff x="17469801" y="711274"/>
            <a:chExt cx="558179" cy="409838"/>
          </a:xfrm>
        </p:grpSpPr>
        <p:sp>
          <p:nvSpPr>
            <p:cNvPr id="14" name="شكل بيضاوي 13" descr="دائرة صغيرة"/>
            <p:cNvSpPr/>
            <p:nvPr/>
          </p:nvSpPr>
          <p:spPr bwMode="blackWhite">
            <a:xfrm flipH="1">
              <a:off x="1754649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مربع نص 14" descr="الرقم 1"/>
            <p:cNvSpPr txBox="1">
              <a:spLocks noChangeAspect="1"/>
            </p:cNvSpPr>
            <p:nvPr/>
          </p:nvSpPr>
          <p:spPr bwMode="blackWhite">
            <a:xfrm flipH="1">
              <a:off x="17469801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ar-SA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</p:grpSp>
      <p:sp>
        <p:nvSpPr>
          <p:cNvPr id="16" name="عنصر نائب للمحتوى 17"/>
          <p:cNvSpPr txBox="1">
            <a:spLocks/>
          </p:cNvSpPr>
          <p:nvPr/>
        </p:nvSpPr>
        <p:spPr>
          <a:xfrm flipH="1">
            <a:off x="6450790" y="1633504"/>
            <a:ext cx="4579161" cy="4185982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When is the constructor called?</a:t>
            </a:r>
          </a:p>
          <a:p>
            <a:pPr marL="0" indent="0" algn="l" rtl="0">
              <a:spcAft>
                <a:spcPts val="2000"/>
              </a:spcAft>
              <a:buNone/>
            </a:pPr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 algn="l" rtl="0"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A)  When the class is declared</a:t>
            </a:r>
          </a:p>
          <a:p>
            <a:pPr marL="0" indent="0" algn="l" rtl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B)  When an object of the class is created</a:t>
            </a:r>
          </a:p>
          <a:p>
            <a:pPr marL="0" indent="0" algn="l" rtl="0"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C)  Never</a:t>
            </a:r>
            <a:endParaRPr lang="ar-SA" sz="2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المجموعة 17" descr="دائرة صغيرة بها الرقم 2 تشير إلى الخطوة 2"/>
          <p:cNvGrpSpPr/>
          <p:nvPr/>
        </p:nvGrpSpPr>
        <p:grpSpPr bwMode="blackWhite">
          <a:xfrm flipH="1">
            <a:off x="6021123" y="1585352"/>
            <a:ext cx="558179" cy="409838"/>
            <a:chOff x="17492565" y="711274"/>
            <a:chExt cx="558179" cy="409838"/>
          </a:xfrm>
        </p:grpSpPr>
        <p:sp>
          <p:nvSpPr>
            <p:cNvPr id="23" name="شكل بيضاوي 22" descr="دائرة صغيرة"/>
            <p:cNvSpPr/>
            <p:nvPr/>
          </p:nvSpPr>
          <p:spPr bwMode="blackWhite">
            <a:xfrm flipH="1">
              <a:off x="1754649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" name="مربع نص 23" descr="الرقم 2"/>
            <p:cNvSpPr txBox="1">
              <a:spLocks noChangeAspect="1"/>
            </p:cNvSpPr>
            <p:nvPr/>
          </p:nvSpPr>
          <p:spPr bwMode="blackWhite">
            <a:xfrm flipH="1">
              <a:off x="17492565" y="718258"/>
              <a:ext cx="55817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ar-SA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</p:grpSp>
      <p:cxnSp>
        <p:nvCxnSpPr>
          <p:cNvPr id="20" name="رابط مستقيم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895134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مستطيل 6">
            <a:extLst>
              <a:ext uri="{FF2B5EF4-FFF2-40B4-BE49-F238E27FC236}">
                <a16:creationId xmlns:a16="http://schemas.microsoft.com/office/drawing/2014/main" id="{B415A29B-F6E0-12C2-AAEE-3C7CFC747BF9}"/>
              </a:ext>
            </a:extLst>
          </p:cNvPr>
          <p:cNvSpPr/>
          <p:nvPr/>
        </p:nvSpPr>
        <p:spPr>
          <a:xfrm>
            <a:off x="923990" y="2456150"/>
            <a:ext cx="4770281" cy="2836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-------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my_class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private: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my_data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pPr algn="l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my_class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(____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my_data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----------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}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};</a:t>
            </a:r>
            <a:endParaRPr lang="ar-LY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عنصر نائب للمحتوى 17">
            <a:extLst>
              <a:ext uri="{FF2B5EF4-FFF2-40B4-BE49-F238E27FC236}">
                <a16:creationId xmlns:a16="http://schemas.microsoft.com/office/drawing/2014/main" id="{65F127F3-D29A-A79D-EF80-351C56DE9C73}"/>
              </a:ext>
            </a:extLst>
          </p:cNvPr>
          <p:cNvSpPr txBox="1">
            <a:spLocks/>
          </p:cNvSpPr>
          <p:nvPr/>
        </p:nvSpPr>
        <p:spPr>
          <a:xfrm flipH="1">
            <a:off x="880503" y="1542156"/>
            <a:ext cx="5134817" cy="91399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Fill in the blanks to define the class with its constructor</a:t>
            </a: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F128-AB9E-B37F-C8F8-C354AF80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العنوان 2">
            <a:extLst>
              <a:ext uri="{FF2B5EF4-FFF2-40B4-BE49-F238E27FC236}">
                <a16:creationId xmlns:a16="http://schemas.microsoft.com/office/drawing/2014/main" id="{900A3A43-8B9D-0D9F-A1BE-CE6E7E5C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05583" y="752818"/>
            <a:ext cx="10963925" cy="640080"/>
          </a:xfrm>
        </p:spPr>
        <p:txBody>
          <a:bodyPr rtlCol="1">
            <a:normAutofit fontScale="90000"/>
          </a:bodyPr>
          <a:lstStyle/>
          <a:p>
            <a:pPr algn="l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Questions 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mistakes  and correct it </a:t>
            </a:r>
            <a:b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ar-SA" dirty="0"/>
          </a:p>
        </p:txBody>
      </p:sp>
      <p:grpSp>
        <p:nvGrpSpPr>
          <p:cNvPr id="13" name="المجموعة 12" descr="دائرة صغيرة بها الرقم 1 تشير إلى الخطوة 1">
            <a:extLst>
              <a:ext uri="{FF2B5EF4-FFF2-40B4-BE49-F238E27FC236}">
                <a16:creationId xmlns:a16="http://schemas.microsoft.com/office/drawing/2014/main" id="{8E0053B3-3034-3B3F-5919-1087E024DA22}"/>
              </a:ext>
            </a:extLst>
          </p:cNvPr>
          <p:cNvGrpSpPr/>
          <p:nvPr/>
        </p:nvGrpSpPr>
        <p:grpSpPr bwMode="blackWhite">
          <a:xfrm flipH="1">
            <a:off x="6012796" y="1737752"/>
            <a:ext cx="558179" cy="409838"/>
            <a:chOff x="17469801" y="711274"/>
            <a:chExt cx="558179" cy="409838"/>
          </a:xfrm>
        </p:grpSpPr>
        <p:sp>
          <p:nvSpPr>
            <p:cNvPr id="14" name="شكل بيضاوي 13" descr="دائرة صغيرة">
              <a:extLst>
                <a:ext uri="{FF2B5EF4-FFF2-40B4-BE49-F238E27FC236}">
                  <a16:creationId xmlns:a16="http://schemas.microsoft.com/office/drawing/2014/main" id="{02B83130-DF20-462B-5DC5-717ED53489B0}"/>
                </a:ext>
              </a:extLst>
            </p:cNvPr>
            <p:cNvSpPr/>
            <p:nvPr/>
          </p:nvSpPr>
          <p:spPr bwMode="blackWhite">
            <a:xfrm flipH="1">
              <a:off x="1754649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5" name="مربع نص 14" descr="الرقم 1">
              <a:extLst>
                <a:ext uri="{FF2B5EF4-FFF2-40B4-BE49-F238E27FC236}">
                  <a16:creationId xmlns:a16="http://schemas.microsoft.com/office/drawing/2014/main" id="{ECFC3CC1-E66D-5E1F-533E-B3E89D14148B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 flipH="1">
              <a:off x="17469801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en-US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ar-SA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6" name="عنصر نائب للمحتوى 17">
            <a:extLst>
              <a:ext uri="{FF2B5EF4-FFF2-40B4-BE49-F238E27FC236}">
                <a16:creationId xmlns:a16="http://schemas.microsoft.com/office/drawing/2014/main" id="{6C2CE01A-BF6E-177D-F140-07E7995FA063}"/>
              </a:ext>
            </a:extLst>
          </p:cNvPr>
          <p:cNvSpPr txBox="1">
            <a:spLocks/>
          </p:cNvSpPr>
          <p:nvPr/>
        </p:nvSpPr>
        <p:spPr>
          <a:xfrm flipH="1">
            <a:off x="6450790" y="1633504"/>
            <a:ext cx="4579161" cy="4185982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spcAft>
                <a:spcPts val="2000"/>
              </a:spcAft>
              <a:buNone/>
            </a:pPr>
            <a:endParaRPr lang="ar-SA" sz="24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رابط مستقيم 19">
            <a:extLst>
              <a:ext uri="{FF2B5EF4-FFF2-40B4-BE49-F238E27FC236}">
                <a16:creationId xmlns:a16="http://schemas.microsoft.com/office/drawing/2014/main" id="{7C1259B1-BE91-F125-512F-77DF31521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95134" y="2456150"/>
            <a:ext cx="0" cy="3908915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مستطيل 6">
            <a:extLst>
              <a:ext uri="{FF2B5EF4-FFF2-40B4-BE49-F238E27FC236}">
                <a16:creationId xmlns:a16="http://schemas.microsoft.com/office/drawing/2014/main" id="{5A7A9D52-00DE-5272-207C-0AA53664C04C}"/>
              </a:ext>
            </a:extLst>
          </p:cNvPr>
          <p:cNvSpPr/>
          <p:nvPr/>
        </p:nvSpPr>
        <p:spPr>
          <a:xfrm>
            <a:off x="923990" y="2456150"/>
            <a:ext cx="4770281" cy="2836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student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private: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int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my_data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pPr algn="l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void student(int x )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my_data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x;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}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};</a:t>
            </a:r>
            <a:endParaRPr lang="ar-LY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عنصر نائب للمحتوى 17">
            <a:extLst>
              <a:ext uri="{FF2B5EF4-FFF2-40B4-BE49-F238E27FC236}">
                <a16:creationId xmlns:a16="http://schemas.microsoft.com/office/drawing/2014/main" id="{2C26449F-8D32-80A9-27D1-8A9559A52D5B}"/>
              </a:ext>
            </a:extLst>
          </p:cNvPr>
          <p:cNvSpPr txBox="1">
            <a:spLocks/>
          </p:cNvSpPr>
          <p:nvPr/>
        </p:nvSpPr>
        <p:spPr>
          <a:xfrm flipH="1">
            <a:off x="880503" y="1542156"/>
            <a:ext cx="5134817" cy="91399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0CA7946B-7814-4AB5-8D22-71720B8DA994}"/>
              </a:ext>
            </a:extLst>
          </p:cNvPr>
          <p:cNvSpPr/>
          <p:nvPr/>
        </p:nvSpPr>
        <p:spPr>
          <a:xfrm>
            <a:off x="6149178" y="2500509"/>
            <a:ext cx="4770281" cy="28364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 student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private: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int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my_name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  <a:p>
            <a:pPr algn="l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public: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Student(string name) {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my_name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 name;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}</a:t>
            </a:r>
          </a:p>
          <a:p>
            <a:pPr algn="l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};</a:t>
            </a:r>
            <a:endParaRPr lang="ar-LY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2" name="المجموعة 12" descr="دائرة صغيرة بها الرقم 1 تشير إلى الخطوة 1">
            <a:extLst>
              <a:ext uri="{FF2B5EF4-FFF2-40B4-BE49-F238E27FC236}">
                <a16:creationId xmlns:a16="http://schemas.microsoft.com/office/drawing/2014/main" id="{97D63C42-9F35-2C5F-1ED3-638899D56DCC}"/>
              </a:ext>
            </a:extLst>
          </p:cNvPr>
          <p:cNvGrpSpPr/>
          <p:nvPr/>
        </p:nvGrpSpPr>
        <p:grpSpPr bwMode="blackWhite">
          <a:xfrm flipH="1">
            <a:off x="586340" y="1741715"/>
            <a:ext cx="558179" cy="409838"/>
            <a:chOff x="17469801" y="711274"/>
            <a:chExt cx="558179" cy="409838"/>
          </a:xfrm>
        </p:grpSpPr>
        <p:sp>
          <p:nvSpPr>
            <p:cNvPr id="17" name="شكل بيضاوي 16" descr="دائرة صغيرة">
              <a:extLst>
                <a:ext uri="{FF2B5EF4-FFF2-40B4-BE49-F238E27FC236}">
                  <a16:creationId xmlns:a16="http://schemas.microsoft.com/office/drawing/2014/main" id="{4450F46B-DE60-25FC-A915-3ACC93448911}"/>
                </a:ext>
              </a:extLst>
            </p:cNvPr>
            <p:cNvSpPr/>
            <p:nvPr/>
          </p:nvSpPr>
          <p:spPr bwMode="blackWhite">
            <a:xfrm flipH="1">
              <a:off x="1754649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ar-SA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9" name="مربع نص 18" descr="الرقم 1">
              <a:extLst>
                <a:ext uri="{FF2B5EF4-FFF2-40B4-BE49-F238E27FC236}">
                  <a16:creationId xmlns:a16="http://schemas.microsoft.com/office/drawing/2014/main" id="{3F2399CB-8EC7-C89D-C08F-A3BA9A5E26B6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 flipH="1">
              <a:off x="17469801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ar-SA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1923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/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algn="l" rtl="1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destructor </a:t>
            </a:r>
            <a:endParaRPr lang="ar-SA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عنصر نائب للمحتوى 17"/>
          <p:cNvSpPr txBox="1">
            <a:spLocks/>
          </p:cNvSpPr>
          <p:nvPr/>
        </p:nvSpPr>
        <p:spPr>
          <a:xfrm flipH="1">
            <a:off x="593463" y="1493241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Remember constructors? </a:t>
            </a:r>
            <a:r>
              <a:rPr lang="en-US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They're special member functions that are automatically called when an object is created.</a:t>
            </a:r>
          </a:p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Destructors are special functions, as well. They're called when an object is destroyed or deleted……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631DC17F-B079-664D-40B8-A86AAF65E985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90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DED1-0E6A-8B02-C2FC-B26EADF3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FC39AE5F-0333-11E2-B5F8-901C9E0A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3" y="417911"/>
            <a:ext cx="6877119" cy="640080"/>
          </a:xfrm>
        </p:spPr>
        <p:txBody>
          <a:bodyPr rtlCol="1">
            <a:noAutofit/>
          </a:bodyPr>
          <a:lstStyle/>
          <a:p>
            <a:pPr algn="l" rtl="1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is destructor called? </a:t>
            </a:r>
            <a:endParaRPr lang="ar-SA" sz="3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10F58374-1A83-7354-6E2B-E84EE49298A7}"/>
              </a:ext>
            </a:extLst>
          </p:cNvPr>
          <p:cNvSpPr txBox="1">
            <a:spLocks/>
          </p:cNvSpPr>
          <p:nvPr/>
        </p:nvSpPr>
        <p:spPr>
          <a:xfrm flipH="1">
            <a:off x="593463" y="2102727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It mean that a destructor function is called automatically when the object goes out of scope: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</a:b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(1) the function ends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</a:b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(2) the program ends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</a:b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</a:br>
            <a:endParaRPr lang="en-US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BC6D4A8F-F11C-1814-F670-EB2674C26289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4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9821-BD43-086F-8E96-6A3B7AE1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6C291FF2-5D72-7885-3D37-FE43CB13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30C2DEA2-91DB-39AD-8099-3C248FA25835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 constructor has the same name as the class, o</a:t>
            </a:r>
            <a:r>
              <a:rPr lang="en-US" sz="28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nly prefixed with a tilde(~) 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FE5D132E-F309-0889-28C0-8873CBA2CAA9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F15EA0DB-2973-67ED-4192-67BC30DF13D4}"/>
              </a:ext>
            </a:extLst>
          </p:cNvPr>
          <p:cNvSpPr txBox="1"/>
          <p:nvPr/>
        </p:nvSpPr>
        <p:spPr>
          <a:xfrm>
            <a:off x="2581957" y="3738589"/>
            <a:ext cx="7028086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std::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3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E435-7877-215B-4CAA-3D76153A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26C348F4-6FDB-68C8-A058-4D81EF7C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D1296B5B-52B0-FFCF-0828-8DAF7DB20BBD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The destructor does not have parameter</a:t>
            </a:r>
            <a:endParaRPr lang="en-US" sz="28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86FC75D4-C472-ABD5-FFFB-A5AB2CF13603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515272F8-C356-20DF-8F46-7107EAD8D145}"/>
              </a:ext>
            </a:extLst>
          </p:cNvPr>
          <p:cNvSpPr txBox="1"/>
          <p:nvPr/>
        </p:nvSpPr>
        <p:spPr>
          <a:xfrm>
            <a:off x="2581957" y="3738589"/>
            <a:ext cx="7028086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 parameters )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std::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علامة الضرب 5">
            <a:extLst>
              <a:ext uri="{FF2B5EF4-FFF2-40B4-BE49-F238E27FC236}">
                <a16:creationId xmlns:a16="http://schemas.microsoft.com/office/drawing/2014/main" id="{FA653CDE-E98E-DB39-EA3E-28E3618B6937}"/>
              </a:ext>
            </a:extLst>
          </p:cNvPr>
          <p:cNvSpPr/>
          <p:nvPr/>
        </p:nvSpPr>
        <p:spPr>
          <a:xfrm>
            <a:off x="6447416" y="4953592"/>
            <a:ext cx="251839" cy="24765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/>
          </a:p>
        </p:txBody>
      </p:sp>
    </p:spTree>
    <p:extLst>
      <p:ext uri="{BB962C8B-B14F-4D97-AF65-F5344CB8AC3E}">
        <p14:creationId xmlns:p14="http://schemas.microsoft.com/office/powerpoint/2010/main" val="50472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71D30-E0BA-E651-A3A4-E0E49BEC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B1D69BF0-07AA-695C-10EB-90240A2A1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C85B9607-F1B1-8A98-5A22-E3DEF2CABA48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The destructor does not have parameter</a:t>
            </a:r>
            <a:endParaRPr lang="en-US" sz="28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6CE722C9-B2BA-0491-F79A-BC2B8D3F7AB1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87E31902-C9DB-DEFF-12F8-23C1C7AD8A06}"/>
              </a:ext>
            </a:extLst>
          </p:cNvPr>
          <p:cNvSpPr txBox="1"/>
          <p:nvPr/>
        </p:nvSpPr>
        <p:spPr>
          <a:xfrm>
            <a:off x="2581957" y="3738589"/>
            <a:ext cx="7028086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std::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09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BC28-64C6-E384-34F2-255EFD05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ED96B679-0C43-6204-3FD8-E70FE4D8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2F188838-BFA9-470D-9A94-4EF1BC3119C4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It has no return type not even void</a:t>
            </a:r>
            <a:endParaRPr lang="en-US" sz="28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FB5D4CD4-0BD0-A66E-B63F-D7124655AF3B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A2688FD5-51FF-A78E-2F67-8358CD0CBCDF}"/>
              </a:ext>
            </a:extLst>
          </p:cNvPr>
          <p:cNvSpPr txBox="1"/>
          <p:nvPr/>
        </p:nvSpPr>
        <p:spPr>
          <a:xfrm>
            <a:off x="2581957" y="3738589"/>
            <a:ext cx="7028086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std::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علامة الضرب 5">
            <a:extLst>
              <a:ext uri="{FF2B5EF4-FFF2-40B4-BE49-F238E27FC236}">
                <a16:creationId xmlns:a16="http://schemas.microsoft.com/office/drawing/2014/main" id="{6FF089E8-3047-95AC-D483-EBC99FFDDCCF}"/>
              </a:ext>
            </a:extLst>
          </p:cNvPr>
          <p:cNvSpPr/>
          <p:nvPr/>
        </p:nvSpPr>
        <p:spPr>
          <a:xfrm>
            <a:off x="5456997" y="4953592"/>
            <a:ext cx="251839" cy="24765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LY" dirty="0"/>
          </a:p>
        </p:txBody>
      </p:sp>
    </p:spTree>
    <p:extLst>
      <p:ext uri="{BB962C8B-B14F-4D97-AF65-F5344CB8AC3E}">
        <p14:creationId xmlns:p14="http://schemas.microsoft.com/office/powerpoint/2010/main" val="38599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4904-6436-6ECD-2999-107F7F7F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DF1BCC12-1CBB-8250-FA32-6916D4B5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7A27A9DE-4536-CF87-15C5-4896EB47C5B2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It has no return type not even void</a:t>
            </a:r>
            <a:endParaRPr lang="en-US" sz="28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4BC7D688-796B-2774-0E09-4E7AD4FBC563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C7DF3188-A6C6-084A-80D4-221711721544}"/>
              </a:ext>
            </a:extLst>
          </p:cNvPr>
          <p:cNvSpPr txBox="1"/>
          <p:nvPr/>
        </p:nvSpPr>
        <p:spPr>
          <a:xfrm>
            <a:off x="2581957" y="3738589"/>
            <a:ext cx="7028086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std::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23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16DF-B231-892B-D04F-22FDA99E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49FFBB42-D4C9-B502-5896-B3C036BD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 of destructors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B88A6141-A02C-5EBC-BAFC-C975BF65615B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It can not be overloaded</a:t>
            </a:r>
            <a:endParaRPr lang="en-US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030224B6-DAB8-8AC4-1DB9-F1FBB00CF725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8F4EAEB4-B46F-2DAF-A286-8FAD666A5A8F}"/>
              </a:ext>
            </a:extLst>
          </p:cNvPr>
          <p:cNvSpPr txBox="1"/>
          <p:nvPr/>
        </p:nvSpPr>
        <p:spPr>
          <a:xfrm>
            <a:off x="2581957" y="3738589"/>
            <a:ext cx="7028086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285750" indent="-285750" algn="l" rtl="0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MyClass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"Destructor called: Object destroyed." &lt;&lt;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~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() {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&lt;&lt; "Destructor called: Object destroyed." &lt;&lt;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285750" indent="-285750" algn="l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endParaRPr lang="ar-LY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B25A4B70-0E93-5614-63E0-67071DE5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846" y="5494653"/>
            <a:ext cx="195089" cy="2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3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1B60E-22DC-C3CD-FA82-8606F16D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722EE558-C591-356F-3127-900F3F99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60179B3B-8836-13F2-BFDB-2F81DA6004FB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 fontScale="85000" lnSpcReduction="20000"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en-US" sz="2800" b="1" dirty="0"/>
              <a:t>Which statement about  C++ constructors and destructors is correct?</a:t>
            </a:r>
          </a:p>
          <a:p>
            <a:pPr marL="0" indent="0" algn="l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en-US" sz="2800" b="1" dirty="0"/>
          </a:p>
          <a:p>
            <a:pPr marL="514350" indent="-514350" algn="l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1" dirty="0"/>
              <a:t>A</a:t>
            </a:r>
            <a:r>
              <a:rPr lang="en-US" sz="2800" dirty="0"/>
              <a:t> constructor is executed when an object is created; a destructor is executed when the object is destroyed.</a:t>
            </a:r>
          </a:p>
          <a:p>
            <a:pPr marL="514350" indent="-514350" algn="l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/>
              <a:t>A constructor is executed when an object is deleted.</a:t>
            </a:r>
          </a:p>
          <a:p>
            <a:pPr marL="514350" indent="-514350" algn="l" rtl="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dirty="0"/>
              <a:t>A destructor is executed when an object is created</a:t>
            </a:r>
            <a:r>
              <a:rPr lang="en-US" sz="2800" b="1" dirty="0"/>
              <a:t>.:</a:t>
            </a: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6F03E902-50A7-F1D7-71ED-BF171198F291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7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01A7C-21B4-17D1-1234-97D528B2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5D80FA6A-E34A-3AFD-B873-9871C170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file"/>
              </a:rPr>
              <a:t>example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B17E342D-9FEC-A7C6-A903-3F1BC428D60C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Write  a C++ program, it defines a class named Counter(integer , float , characters) with multiple constructors(overloaded) and includes a main function to demonstrate its usage.</a:t>
            </a:r>
            <a:endParaRPr lang="en-US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E81FD48F-69FD-4728-0987-5598421F0C87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08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A1D1-8EB0-7674-4D59-FE6F9E02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08439C52-EA02-1D13-709A-73EA6374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ex</a:t>
            </a:r>
            <a:endParaRPr lang="ar-LY" dirty="0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2ED954D0-B612-64A9-B95A-E2B5EBAC3C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latinLnBrk="1">
              <a:lnSpc>
                <a:spcPts val="1650"/>
              </a:lnSpc>
              <a:buNone/>
            </a:pPr>
            <a:endParaRPr lang="en-GB" sz="1600" dirty="0">
              <a:solidFill>
                <a:srgbClr val="E45649"/>
              </a:solidFill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GB" sz="1600" dirty="0">
              <a:solidFill>
                <a:schemeClr val="tx1"/>
              </a:solidFill>
              <a:latin typeface="Menlo"/>
            </a:endParaRPr>
          </a:p>
          <a:p>
            <a:pPr algn="l" latinLnBrk="1"/>
            <a:r>
              <a:rPr lang="en-GB" sz="2000" dirty="0">
                <a:solidFill>
                  <a:schemeClr val="tx1"/>
                </a:solidFill>
                <a:latin typeface="Menlo"/>
              </a:rPr>
              <a:t>#include &lt;iostream&gt;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class Counter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private: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int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double d;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char c;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public: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Counter (int a)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= a;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"Integer: "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;}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Counter (double b)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d = b;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"Double: " &lt;&lt; d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Counter (char character)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c = character;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"Character: " &lt;&lt; c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   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};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Menlo"/>
              </a:rPr>
              <a:t>~ 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Counter (){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Menlo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 &lt;“ Constrictors deleted “&lt;&lt;</a:t>
            </a:r>
            <a:r>
              <a:rPr lang="en-US" b="1" dirty="0" err="1">
                <a:solidFill>
                  <a:schemeClr val="tx1"/>
                </a:solidFill>
                <a:latin typeface="Menlo"/>
              </a:rPr>
              <a:t>endln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;}</a:t>
            </a:r>
            <a:endParaRPr lang="en-GB" b="1" dirty="0">
              <a:solidFill>
                <a:schemeClr val="tx1"/>
              </a:solidFill>
              <a:latin typeface="Menlo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4CD320B1-509D-A9EA-3FB6-6A3A032AFD1C}"/>
              </a:ext>
            </a:extLst>
          </p:cNvPr>
          <p:cNvSpPr txBox="1"/>
          <p:nvPr/>
        </p:nvSpPr>
        <p:spPr>
          <a:xfrm>
            <a:off x="6711885" y="875633"/>
            <a:ext cx="5898382" cy="1965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latinLnBrk="1">
              <a:buNone/>
            </a:pPr>
            <a:r>
              <a:rPr lang="en-GB" dirty="0">
                <a:latin typeface="Menlo"/>
              </a:rPr>
              <a:t>int main () {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obj1(5);  // Calls the integer constructor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obj2(6.4);    // Calls the double constructor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obj3('A');    // Calls the character constructor</a:t>
            </a:r>
            <a:r>
              <a:rPr lang="ar-LY" dirty="0">
                <a:latin typeface="Menlo"/>
              </a:rPr>
              <a:t> </a:t>
            </a:r>
            <a:endParaRPr lang="en-US" dirty="0">
              <a:latin typeface="Menlo"/>
            </a:endParaRPr>
          </a:p>
          <a:p>
            <a:pPr algn="l" latinLnBrk="1">
              <a:buNone/>
            </a:pPr>
            <a:r>
              <a:rPr lang="en-US" dirty="0">
                <a:latin typeface="Menlo"/>
              </a:rPr>
              <a:t>Return 0;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}</a:t>
            </a:r>
          </a:p>
          <a:p>
            <a:pPr algn="l" latinLnBrk="1">
              <a:lnSpc>
                <a:spcPts val="1650"/>
              </a:lnSpc>
              <a:buNone/>
            </a:pPr>
            <a:endParaRPr lang="en-GB" sz="1400" dirty="0">
              <a:solidFill>
                <a:srgbClr val="E45649"/>
              </a:solidFill>
              <a:latin typeface="Menlo"/>
            </a:endParaRPr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6AD3D0BD-2228-0CA5-7F11-247AE8C3CA8F}"/>
              </a:ext>
            </a:extLst>
          </p:cNvPr>
          <p:cNvCxnSpPr>
            <a:stCxn id="7" idx="0"/>
          </p:cNvCxnSpPr>
          <p:nvPr/>
        </p:nvCxnSpPr>
        <p:spPr>
          <a:xfrm>
            <a:off x="6096000" y="0"/>
            <a:ext cx="0" cy="7063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80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41DE-67C7-0E47-D4F6-B4061A15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B54FB8B9-A952-7026-35D4-CBEC90E0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ex</a:t>
            </a:r>
            <a:endParaRPr lang="ar-LY" dirty="0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99EFF944-4457-E39E-28F4-33F6AE3825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latinLnBrk="1">
              <a:lnSpc>
                <a:spcPts val="1650"/>
              </a:lnSpc>
              <a:buNone/>
            </a:pPr>
            <a:endParaRPr lang="en-GB" sz="1600" dirty="0">
              <a:solidFill>
                <a:srgbClr val="E45649"/>
              </a:solidFill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GB" sz="1600" dirty="0">
              <a:solidFill>
                <a:schemeClr val="tx1"/>
              </a:solidFill>
              <a:latin typeface="Menlo"/>
            </a:endParaRPr>
          </a:p>
          <a:p>
            <a:pPr algn="l" latinLnBrk="1"/>
            <a:r>
              <a:rPr lang="en-GB" sz="2000" dirty="0">
                <a:solidFill>
                  <a:schemeClr val="tx1"/>
                </a:solidFill>
                <a:latin typeface="Menlo"/>
              </a:rPr>
              <a:t>#include &lt;iostream&gt;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class Counter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private: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int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double d;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char c;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public: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Counter (int a)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= a;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"Integer: "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i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;}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Counter (double b)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d = b;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"Double: " &lt;&lt; d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}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Counter (char character) {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c = character;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 &lt;&lt; "Character: " &lt;&lt; c &lt;&lt; </a:t>
            </a:r>
            <a:r>
              <a:rPr lang="en-GB" sz="2000" dirty="0" err="1">
                <a:solidFill>
                  <a:schemeClr val="tx1"/>
                </a:solidFill>
                <a:latin typeface="Menlo"/>
              </a:rPr>
              <a:t>endl</a:t>
            </a:r>
            <a:r>
              <a:rPr lang="en-GB" sz="2000" dirty="0">
                <a:solidFill>
                  <a:schemeClr val="tx1"/>
                </a:solidFill>
                <a:latin typeface="Menlo"/>
              </a:rPr>
              <a:t>;   </a:t>
            </a:r>
          </a:p>
          <a:p>
            <a:pPr algn="l" latinLnBrk="1">
              <a:buNone/>
            </a:pPr>
            <a:r>
              <a:rPr lang="en-GB" sz="2000" dirty="0">
                <a:solidFill>
                  <a:schemeClr val="tx1"/>
                </a:solidFill>
                <a:latin typeface="Menlo"/>
              </a:rPr>
              <a:t>};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Menlo"/>
              </a:rPr>
              <a:t>~ 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Counter (){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Menlo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enlo"/>
              </a:rPr>
              <a:t>cout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 &lt;“ Constrictors deleted “&lt;&lt;</a:t>
            </a:r>
            <a:r>
              <a:rPr lang="en-US" b="1" dirty="0" err="1">
                <a:solidFill>
                  <a:schemeClr val="tx1"/>
                </a:solidFill>
                <a:latin typeface="Menlo"/>
              </a:rPr>
              <a:t>endln</a:t>
            </a:r>
            <a:r>
              <a:rPr lang="en-US" b="1" dirty="0">
                <a:solidFill>
                  <a:schemeClr val="tx1"/>
                </a:solidFill>
                <a:latin typeface="Menlo"/>
              </a:rPr>
              <a:t>;}</a:t>
            </a:r>
            <a:endParaRPr lang="en-GB" b="1" dirty="0">
              <a:solidFill>
                <a:schemeClr val="tx1"/>
              </a:solidFill>
              <a:latin typeface="Menlo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5C8CE4B5-D357-58C2-9D1B-01857ECDD68A}"/>
              </a:ext>
            </a:extLst>
          </p:cNvPr>
          <p:cNvSpPr txBox="1"/>
          <p:nvPr/>
        </p:nvSpPr>
        <p:spPr>
          <a:xfrm>
            <a:off x="6711885" y="875633"/>
            <a:ext cx="5898382" cy="1965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latinLnBrk="1">
              <a:buNone/>
            </a:pPr>
            <a:r>
              <a:rPr lang="en-GB" dirty="0">
                <a:latin typeface="Menlo"/>
              </a:rPr>
              <a:t>int main () {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obj1(5);  // Calls the integer constructor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obj2(6.4);    // Calls the double constructor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    Counter obj3('A');    // Calls the character constructor</a:t>
            </a:r>
            <a:r>
              <a:rPr lang="ar-LY" dirty="0">
                <a:latin typeface="Menlo"/>
              </a:rPr>
              <a:t> </a:t>
            </a:r>
            <a:endParaRPr lang="en-US" dirty="0">
              <a:latin typeface="Menlo"/>
            </a:endParaRPr>
          </a:p>
          <a:p>
            <a:pPr algn="l" latinLnBrk="1">
              <a:buNone/>
            </a:pPr>
            <a:r>
              <a:rPr lang="en-US" dirty="0">
                <a:latin typeface="Menlo"/>
              </a:rPr>
              <a:t>Return 0;</a:t>
            </a:r>
          </a:p>
          <a:p>
            <a:pPr algn="l" latinLnBrk="1">
              <a:buNone/>
            </a:pPr>
            <a:r>
              <a:rPr lang="en-GB" dirty="0">
                <a:latin typeface="Menlo"/>
              </a:rPr>
              <a:t>}</a:t>
            </a:r>
          </a:p>
          <a:p>
            <a:pPr algn="l" latinLnBrk="1">
              <a:lnSpc>
                <a:spcPts val="1650"/>
              </a:lnSpc>
              <a:buNone/>
            </a:pPr>
            <a:endParaRPr lang="en-GB" sz="1400" dirty="0">
              <a:solidFill>
                <a:srgbClr val="E45649"/>
              </a:solidFill>
              <a:latin typeface="Menlo"/>
            </a:endParaRPr>
          </a:p>
        </p:txBody>
      </p:sp>
      <p:cxnSp>
        <p:nvCxnSpPr>
          <p:cNvPr id="10" name="رابط مستقيم 9">
            <a:extLst>
              <a:ext uri="{FF2B5EF4-FFF2-40B4-BE49-F238E27FC236}">
                <a16:creationId xmlns:a16="http://schemas.microsoft.com/office/drawing/2014/main" id="{AA926C70-2DF3-9055-AF3D-EDC8CD7B92E3}"/>
              </a:ext>
            </a:extLst>
          </p:cNvPr>
          <p:cNvCxnSpPr>
            <a:stCxn id="7" idx="0"/>
          </p:cNvCxnSpPr>
          <p:nvPr/>
        </p:nvCxnSpPr>
        <p:spPr>
          <a:xfrm>
            <a:off x="6096000" y="0"/>
            <a:ext cx="0" cy="7063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191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4181-82DC-F8EB-87C6-003C21B8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العنوان 7">
            <a:extLst>
              <a:ext uri="{FF2B5EF4-FFF2-40B4-BE49-F238E27FC236}">
                <a16:creationId xmlns:a16="http://schemas.microsoft.com/office/drawing/2014/main" id="{3D344B6F-A127-3AC0-970C-6EAE6E98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593462" y="417911"/>
            <a:ext cx="11233447" cy="640080"/>
          </a:xfrm>
        </p:spPr>
        <p:txBody>
          <a:bodyPr rtlCol="1">
            <a:noAutofit/>
          </a:bodyPr>
          <a:lstStyle/>
          <a:p>
            <a:pPr algn="l" rtl="0" fontAlgn="base"/>
            <a:br>
              <a:rPr lang="en-US" sz="3600" dirty="0">
                <a:latin typeface="Baskerville Old Face" pitchFamily="18" charset="0"/>
              </a:rPr>
            </a:b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 </a:t>
            </a:r>
            <a:endParaRPr lang="en-US" sz="3600" dirty="0">
              <a:latin typeface="Baskerville Old Face" pitchFamily="18" charset="0"/>
            </a:endParaRPr>
          </a:p>
        </p:txBody>
      </p:sp>
      <p:sp>
        <p:nvSpPr>
          <p:cNvPr id="38" name="عنصر نائب للمحتوى 17">
            <a:extLst>
              <a:ext uri="{FF2B5EF4-FFF2-40B4-BE49-F238E27FC236}">
                <a16:creationId xmlns:a16="http://schemas.microsoft.com/office/drawing/2014/main" id="{4021214A-DB3D-55DC-7A48-C58A21ACA258}"/>
              </a:ext>
            </a:extLst>
          </p:cNvPr>
          <p:cNvSpPr txBox="1">
            <a:spLocks/>
          </p:cNvSpPr>
          <p:nvPr/>
        </p:nvSpPr>
        <p:spPr>
          <a:xfrm flipH="1">
            <a:off x="593462" y="2278334"/>
            <a:ext cx="10493267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800" b="1" dirty="0"/>
              <a:t>C++ program to calculate the area of a </a:t>
            </a:r>
            <a:r>
              <a:rPr lang="en-US" sz="2800" kern="0" dirty="0">
                <a:solidFill>
                  <a:srgbClr val="70AD4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 action="ppaction://hlinkfile"/>
              </a:rPr>
              <a:t>Triangle</a:t>
            </a:r>
            <a:r>
              <a:rPr lang="en-US" sz="2800" b="1" dirty="0"/>
              <a:t> using constructors and destructor </a:t>
            </a:r>
            <a:endParaRPr lang="en-US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عنصر نائب للمحتوى 17">
            <a:extLst>
              <a:ext uri="{FF2B5EF4-FFF2-40B4-BE49-F238E27FC236}">
                <a16:creationId xmlns:a16="http://schemas.microsoft.com/office/drawing/2014/main" id="{76B8C83E-EC9F-C97D-567B-B47AEA2C5DAB}"/>
              </a:ext>
            </a:extLst>
          </p:cNvPr>
          <p:cNvSpPr txBox="1">
            <a:spLocks/>
          </p:cNvSpPr>
          <p:nvPr/>
        </p:nvSpPr>
        <p:spPr>
          <a:xfrm flipH="1">
            <a:off x="5708836" y="1837882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rtl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ar-S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28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8D7C-E757-39D1-AE89-042B5466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73A0AEF1-713F-AC6D-BFFE-457AF9BA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ex</a:t>
            </a:r>
            <a:endParaRPr lang="ar-LY" dirty="0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25730B7C-E13F-ACFE-70F1-4E364F30E38A}"/>
              </a:ext>
            </a:extLst>
          </p:cNvPr>
          <p:cNvSpPr/>
          <p:nvPr/>
        </p:nvSpPr>
        <p:spPr>
          <a:xfrm>
            <a:off x="30145" y="0"/>
            <a:ext cx="12161855" cy="82547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class </a:t>
            </a:r>
            <a:r>
              <a:rPr lang="en-US" kern="0" dirty="0">
                <a:solidFill>
                  <a:srgbClr val="70AD4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Triangle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{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private: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float a, b, c; public: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70AD4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Triangle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(float x, float y, float z) {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a = x; b = y; c = z;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}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void area () {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float s = (a + b + c) / 2;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float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areaValue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= sqrt (s * (s - a) * (s - b) * (s - c));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&lt;&lt; "Area = " &lt;&lt;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areaValue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&lt;&lt;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endl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}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70AD4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~Triangle() 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{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cout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&lt;&lt; "Destructor called" &lt;&lt; </a:t>
            </a:r>
            <a:r>
              <a:rPr lang="en-US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endl</a:t>
            </a: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; } };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 main () {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Triangle obj (10, 10, 10); 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obj. area ();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 latinLnBrk="1">
              <a:buNone/>
              <a:tabLst>
                <a:tab pos="457200" algn="l"/>
              </a:tabLst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return 0;</a:t>
            </a:r>
            <a:r>
              <a:rPr lang="en-US" i="1" kern="0" dirty="0">
                <a:solidFill>
                  <a:srgbClr val="A0A1A7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// - obj goes out of scop</a:t>
            </a:r>
            <a:endParaRPr lang="en-US" kern="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 latinLnBrk="1"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kern="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Destructor called automatically here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rtl="0">
              <a:spcAft>
                <a:spcPts val="800"/>
              </a:spcAft>
              <a:buNone/>
            </a:pPr>
            <a:r>
              <a:rPr lang="en-US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}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 latinLnBrk="1">
              <a:buNone/>
            </a:pPr>
            <a:endParaRPr lang="en-GB" sz="1600" dirty="0">
              <a:solidFill>
                <a:srgbClr val="E45649"/>
              </a:solidFill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GB" sz="1600" dirty="0">
              <a:solidFill>
                <a:srgbClr val="E45649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855385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67B1A-3EA8-C413-692A-6ABF1E21A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:a16="http://schemas.microsoft.com/office/drawing/2014/main" id="{4C6AB124-DBE1-5578-5E7C-BA2087D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ex</a:t>
            </a:r>
            <a:endParaRPr lang="ar-LY" dirty="0"/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F8EA4186-60FE-B5BA-4979-C02E3459F69A}"/>
              </a:ext>
            </a:extLst>
          </p:cNvPr>
          <p:cNvSpPr/>
          <p:nvPr/>
        </p:nvSpPr>
        <p:spPr>
          <a:xfrm>
            <a:off x="176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 latinLnBrk="1">
              <a:lnSpc>
                <a:spcPts val="1650"/>
              </a:lnSpc>
              <a:buNone/>
            </a:pPr>
            <a:r>
              <a:rPr lang="en-GB" sz="1600" dirty="0">
                <a:solidFill>
                  <a:srgbClr val="E45649"/>
                </a:solidFill>
                <a:latin typeface="Menlo"/>
              </a:rPr>
              <a:t>#</a:t>
            </a:r>
            <a:endParaRPr lang="en-GB" sz="1600" dirty="0">
              <a:solidFill>
                <a:srgbClr val="0F1115"/>
              </a:solidFill>
              <a:latin typeface="Menlo"/>
            </a:endParaRPr>
          </a:p>
        </p:txBody>
      </p:sp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556088CC-CA1A-ACA0-4C3D-63C905FF9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895314"/>
              </p:ext>
            </p:extLst>
          </p:nvPr>
        </p:nvGraphicFramePr>
        <p:xfrm>
          <a:off x="1547447" y="1032705"/>
          <a:ext cx="9575531" cy="41293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41503">
                  <a:extLst>
                    <a:ext uri="{9D8B030D-6E8A-4147-A177-3AD203B41FA5}">
                      <a16:colId xmlns:a16="http://schemas.microsoft.com/office/drawing/2014/main" val="1396809625"/>
                    </a:ext>
                  </a:extLst>
                </a:gridCol>
                <a:gridCol w="3317014">
                  <a:extLst>
                    <a:ext uri="{9D8B030D-6E8A-4147-A177-3AD203B41FA5}">
                      <a16:colId xmlns:a16="http://schemas.microsoft.com/office/drawing/2014/main" val="4188559499"/>
                    </a:ext>
                  </a:extLst>
                </a:gridCol>
                <a:gridCol w="3317014">
                  <a:extLst>
                    <a:ext uri="{9D8B030D-6E8A-4147-A177-3AD203B41FA5}">
                      <a16:colId xmlns:a16="http://schemas.microsoft.com/office/drawing/2014/main" val="3191191691"/>
                    </a:ext>
                  </a:extLst>
                </a:gridCol>
              </a:tblGrid>
              <a:tr h="299336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Feature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Constructor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Destructor</a:t>
                      </a:r>
                      <a:endParaRPr lang="en-US" sz="2400" b="1" dirty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extLst>
                  <a:ext uri="{0D108BD9-81ED-4DB2-BD59-A6C34878D82A}">
                    <a16:rowId xmlns:a16="http://schemas.microsoft.com/office/drawing/2014/main" val="3856395756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Purpose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Initialize object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Clean up resources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4175733347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</a:rPr>
                        <a:t>When called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Object creation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Object destruction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4043678640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Name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Same as class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Same as class with ~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1047860506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</a:rPr>
                        <a:t>Return type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No return type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No return type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757619602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</a:rPr>
                        <a:t>Parameters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Can have parameters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No parameters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2283369426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</a:rPr>
                        <a:t>Overloading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Can be overloaded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Cannot be overloaded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2102508086"/>
                  </a:ext>
                </a:extLst>
              </a:tr>
              <a:tr h="299336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>
                          <a:effectLst/>
                        </a:rPr>
                        <a:t>Calling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Automatic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Automatic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3840271950"/>
                  </a:ext>
                </a:extLst>
              </a:tr>
              <a:tr h="482800"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effectLst/>
                        </a:rPr>
                        <a:t>Memory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69523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</a:rPr>
                        <a:t>Allocate resources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92698" marR="92698" marT="57936" marB="57936" anchor="ctr"/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</a:rPr>
                        <a:t>Free resources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92698" marR="69523" marT="57936" marB="57936" anchor="ctr"/>
                </a:tc>
                <a:extLst>
                  <a:ext uri="{0D108BD9-81ED-4DB2-BD59-A6C34878D82A}">
                    <a16:rowId xmlns:a16="http://schemas.microsoft.com/office/drawing/2014/main" val="214352574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C5BAA08-1532-0B13-8B8D-3FAA35E17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689" y="-92333"/>
            <a:ext cx="3771045" cy="10155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LY" altLang="ar-LY" sz="2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Summary</a:t>
            </a:r>
            <a:r>
              <a:rPr kumimoji="0" lang="ar-LY" altLang="ar-LY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ar-LY" altLang="ar-LY" sz="2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Table</a:t>
            </a:r>
            <a:endParaRPr kumimoji="0" lang="ar-LY" altLang="ar-LY" sz="28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LY" altLang="ar-LY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47E0717-E1C7-1425-A178-24F1BA567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1524370"/>
            <a:ext cx="43282" cy="3897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LY" altLang="ar-LY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!</a:t>
            </a:r>
            <a:endParaRPr kumimoji="0" lang="ar-LY" altLang="ar-LY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C99522-076F-9C60-E984-E106AEB25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1947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ar-LY" altLang="ar-LY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ar-LY" altLang="ar-LY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606794"/>
      </p:ext>
    </p:extLst>
  </p:cSld>
  <p:clrMapOvr>
    <a:masterClrMapping/>
  </p:clrMapOvr>
</p:sld>
</file>

<file path=ppt/theme/theme1.xml><?xml version="1.0" encoding="utf-8"?>
<a:theme xmlns:a="http://schemas.openxmlformats.org/drawingml/2006/main" name="مستند الترحي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04_TF10001108_Win32" id="{B1BC6596-626C-4CC9-A43D-512A1BA675AE}" vid="{A3AEE220-63F2-4A75-B3F1-1D37AA5043F6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{31C7B9CA-B887-4FE2-AF72-2F347CC311D2}TF2989475c-5427-4edb-9ec1-00f4ce72165b48e7d768_win32-0079ca0f34a9</Template>
  <TotalTime>1695</TotalTime>
  <Words>2117</Words>
  <Application>Microsoft Office PowerPoint</Application>
  <PresentationFormat>شاشة عريضة</PresentationFormat>
  <Paragraphs>451</Paragraphs>
  <Slides>32</Slides>
  <Notes>27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32</vt:i4>
      </vt:variant>
    </vt:vector>
  </HeadingPairs>
  <TitlesOfParts>
    <vt:vector size="45" baseType="lpstr">
      <vt:lpstr>SimSun-ExtB</vt:lpstr>
      <vt:lpstr>Arial</vt:lpstr>
      <vt:lpstr>Bahnschrift SemiBold Condensed</vt:lpstr>
      <vt:lpstr>Baskerville Old Face</vt:lpstr>
      <vt:lpstr>Calibri</vt:lpstr>
      <vt:lpstr>Consolas</vt:lpstr>
      <vt:lpstr>Courier New</vt:lpstr>
      <vt:lpstr>Menlo</vt:lpstr>
      <vt:lpstr>quote-cjk-patch</vt:lpstr>
      <vt:lpstr>Roboto Condensed Light</vt:lpstr>
      <vt:lpstr>Tahoma</vt:lpstr>
      <vt:lpstr>Times New Roman</vt:lpstr>
      <vt:lpstr>مستند الترحيب</vt:lpstr>
      <vt:lpstr> OPP </vt:lpstr>
      <vt:lpstr>Class Constructer </vt:lpstr>
      <vt:lpstr>Class Constructer </vt:lpstr>
      <vt:lpstr>عرض تقديمي في PowerPoint</vt:lpstr>
      <vt:lpstr>Key Features of Constructors :</vt:lpstr>
      <vt:lpstr>Key Features of Constructors :</vt:lpstr>
      <vt:lpstr>Key Features of Constructors :</vt:lpstr>
      <vt:lpstr>Key Features of Constructors :</vt:lpstr>
      <vt:lpstr>Key Features of Constructors :</vt:lpstr>
      <vt:lpstr>عرض تقديمي في PowerPoint</vt:lpstr>
      <vt:lpstr>Exampl1 :  Calculates Rectangle area. By using Default C++ Constructor with No Parameters</vt:lpstr>
      <vt:lpstr>Exampl1 :  calculates Rectangle area a Uses a parameterized constructor to set length and width</vt:lpstr>
      <vt:lpstr>Exampl3 :  calculates Rectangle area automatically Uses a parameterized constructor to set length and width</vt:lpstr>
      <vt:lpstr>Constructor Overloading</vt:lpstr>
      <vt:lpstr>Question1:What different between them?</vt:lpstr>
      <vt:lpstr>Questions:</vt:lpstr>
      <vt:lpstr>Questions Find the mistakes  and correct it  </vt:lpstr>
      <vt:lpstr>Class destructor </vt:lpstr>
      <vt:lpstr>When is destructor called? </vt:lpstr>
      <vt:lpstr> Key Features of destructors</vt:lpstr>
      <vt:lpstr> Key Features of destructors</vt:lpstr>
      <vt:lpstr> Key Features of destructors</vt:lpstr>
      <vt:lpstr> Key Features of destructors</vt:lpstr>
      <vt:lpstr> Key Features of destructors</vt:lpstr>
      <vt:lpstr> Key Features of destructors</vt:lpstr>
      <vt:lpstr> Question </vt:lpstr>
      <vt:lpstr> example 1</vt:lpstr>
      <vt:lpstr>ex</vt:lpstr>
      <vt:lpstr>ex</vt:lpstr>
      <vt:lpstr> example 2 </vt:lpstr>
      <vt:lpstr>ex</vt:lpstr>
      <vt:lpstr>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milo saleem</dc:creator>
  <cp:keywords/>
  <cp:lastModifiedBy>Hamida Almeshrky</cp:lastModifiedBy>
  <cp:revision>9</cp:revision>
  <dcterms:created xsi:type="dcterms:W3CDTF">2025-10-25T15:19:35Z</dcterms:created>
  <dcterms:modified xsi:type="dcterms:W3CDTF">2025-11-05T15:15:32Z</dcterms:modified>
  <cp:version/>
</cp:coreProperties>
</file>